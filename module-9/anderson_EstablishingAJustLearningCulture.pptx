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6" d="100"/>
          <a:sy n="46" d="100"/>
        </p:scale>
        <p:origin x="1013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How</a:t>
            </a:r>
            <a:r>
              <a:rPr lang="en-US" baseline="0" dirty="0"/>
              <a:t> Just Learning Culture  Can Improve Traditional Culture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2882384267183992E-2"/>
          <c:y val="2.132056852398044E-2"/>
          <c:w val="0.95779394423523145"/>
          <c:h val="0.7107565535014747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Culture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Mistakes Handled</c:v>
                </c:pt>
                <c:pt idx="1">
                  <c:v>Knowledge Sharing</c:v>
                </c:pt>
                <c:pt idx="2">
                  <c:v>Leadership support</c:v>
                </c:pt>
                <c:pt idx="3">
                  <c:v>Training Opportunities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E6-4623-B19A-D9D01EE713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Just Learning Culture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Mistakes Handled</c:v>
                </c:pt>
                <c:pt idx="1">
                  <c:v>Knowledge Sharing</c:v>
                </c:pt>
                <c:pt idx="2">
                  <c:v>Leadership support</c:v>
                </c:pt>
                <c:pt idx="3">
                  <c:v>Training Opportunities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E6-4623-B19A-D9D01EE713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66871055"/>
        <c:axId val="1066887855"/>
      </c:barChart>
      <c:catAx>
        <c:axId val="1066871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887855"/>
        <c:crosses val="autoZero"/>
        <c:auto val="1"/>
        <c:lblAlgn val="ctr"/>
        <c:lblOffset val="100"/>
        <c:noMultiLvlLbl val="0"/>
      </c:catAx>
      <c:valAx>
        <c:axId val="1066887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871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0A8B4B-DB0E-42FB-8A66-C49E46F7AB9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B01AB60-6170-4690-BF36-E6158ED5A2CD}">
      <dgm:prSet/>
      <dgm:spPr/>
      <dgm:t>
        <a:bodyPr/>
        <a:lstStyle/>
        <a:p>
          <a:pPr>
            <a:defRPr cap="all"/>
          </a:pPr>
          <a:r>
            <a:rPr lang="en-US"/>
            <a:t>Promoting an environment of continuous improvement and knowledge sharing</a:t>
          </a:r>
        </a:p>
      </dgm:t>
    </dgm:pt>
    <dgm:pt modelId="{391A0AE0-5A30-4186-A71E-B3B743012AF0}" type="parTrans" cxnId="{AAD72B08-8707-477F-8459-FC361B708643}">
      <dgm:prSet/>
      <dgm:spPr/>
      <dgm:t>
        <a:bodyPr/>
        <a:lstStyle/>
        <a:p>
          <a:endParaRPr lang="en-US"/>
        </a:p>
      </dgm:t>
    </dgm:pt>
    <dgm:pt modelId="{5ECD2D94-2A03-4823-9932-D48913591167}" type="sibTrans" cxnId="{AAD72B08-8707-477F-8459-FC361B708643}">
      <dgm:prSet/>
      <dgm:spPr/>
      <dgm:t>
        <a:bodyPr/>
        <a:lstStyle/>
        <a:p>
          <a:endParaRPr lang="en-US"/>
        </a:p>
      </dgm:t>
    </dgm:pt>
    <dgm:pt modelId="{1F2F506D-AC72-4080-8893-4C5E81ACB7E7}">
      <dgm:prSet/>
      <dgm:spPr/>
      <dgm:t>
        <a:bodyPr/>
        <a:lstStyle/>
        <a:p>
          <a:pPr>
            <a:defRPr cap="all"/>
          </a:pPr>
          <a:r>
            <a:rPr lang="en-US"/>
            <a:t>Focuses on accountability and blameless environments where mistakes are learning opportunities</a:t>
          </a:r>
        </a:p>
      </dgm:t>
    </dgm:pt>
    <dgm:pt modelId="{E64F8BEC-D788-4A98-BD94-51EA2EE75B38}" type="parTrans" cxnId="{3B422357-9C9E-464B-9561-BF382ECB5A1C}">
      <dgm:prSet/>
      <dgm:spPr/>
      <dgm:t>
        <a:bodyPr/>
        <a:lstStyle/>
        <a:p>
          <a:endParaRPr lang="en-US"/>
        </a:p>
      </dgm:t>
    </dgm:pt>
    <dgm:pt modelId="{64FF96E6-14C6-4D6D-B45A-E2C95FD68089}" type="sibTrans" cxnId="{3B422357-9C9E-464B-9561-BF382ECB5A1C}">
      <dgm:prSet/>
      <dgm:spPr/>
      <dgm:t>
        <a:bodyPr/>
        <a:lstStyle/>
        <a:p>
          <a:endParaRPr lang="en-US"/>
        </a:p>
      </dgm:t>
    </dgm:pt>
    <dgm:pt modelId="{0BC75BA9-083E-4195-BB41-C2D59AC1CB34}">
      <dgm:prSet/>
      <dgm:spPr/>
      <dgm:t>
        <a:bodyPr/>
        <a:lstStyle/>
        <a:p>
          <a:pPr>
            <a:defRPr cap="all"/>
          </a:pPr>
          <a:r>
            <a:rPr lang="en-US"/>
            <a:t>Encourages the collaboration of team members and continuous questioning without fear</a:t>
          </a:r>
        </a:p>
      </dgm:t>
    </dgm:pt>
    <dgm:pt modelId="{665C9CD4-9887-482D-B683-854D6BCE1C36}" type="parTrans" cxnId="{132F4EC6-F4C3-486D-8DEA-5D5D4EB17903}">
      <dgm:prSet/>
      <dgm:spPr/>
      <dgm:t>
        <a:bodyPr/>
        <a:lstStyle/>
        <a:p>
          <a:endParaRPr lang="en-US"/>
        </a:p>
      </dgm:t>
    </dgm:pt>
    <dgm:pt modelId="{33C1B115-3D24-44AA-B249-7814392F227F}" type="sibTrans" cxnId="{132F4EC6-F4C3-486D-8DEA-5D5D4EB17903}">
      <dgm:prSet/>
      <dgm:spPr/>
      <dgm:t>
        <a:bodyPr/>
        <a:lstStyle/>
        <a:p>
          <a:endParaRPr lang="en-US"/>
        </a:p>
      </dgm:t>
    </dgm:pt>
    <dgm:pt modelId="{E927A511-FA13-4ED1-BF84-7C7EF4AA0713}" type="pres">
      <dgm:prSet presAssocID="{AC0A8B4B-DB0E-42FB-8A66-C49E46F7AB9E}" presName="root" presStyleCnt="0">
        <dgm:presLayoutVars>
          <dgm:dir/>
          <dgm:resizeHandles val="exact"/>
        </dgm:presLayoutVars>
      </dgm:prSet>
      <dgm:spPr/>
    </dgm:pt>
    <dgm:pt modelId="{6A400FC2-2FE3-4CB6-9889-88E534FCDAD8}" type="pres">
      <dgm:prSet presAssocID="{CB01AB60-6170-4690-BF36-E6158ED5A2CD}" presName="compNode" presStyleCnt="0"/>
      <dgm:spPr/>
    </dgm:pt>
    <dgm:pt modelId="{B92A1FB5-81D4-41AD-8258-ECA2FD5F45FD}" type="pres">
      <dgm:prSet presAssocID="{CB01AB60-6170-4690-BF36-E6158ED5A2CD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8B74353-72D7-4CFC-AD14-22256209CA54}" type="pres">
      <dgm:prSet presAssocID="{CB01AB60-6170-4690-BF36-E6158ED5A2C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FB3E6BC-5503-40F3-97A7-2AF62F0AD82D}" type="pres">
      <dgm:prSet presAssocID="{CB01AB60-6170-4690-BF36-E6158ED5A2CD}" presName="spaceRect" presStyleCnt="0"/>
      <dgm:spPr/>
    </dgm:pt>
    <dgm:pt modelId="{1541BE5F-4529-4826-B819-6F6696334442}" type="pres">
      <dgm:prSet presAssocID="{CB01AB60-6170-4690-BF36-E6158ED5A2CD}" presName="textRect" presStyleLbl="revTx" presStyleIdx="0" presStyleCnt="3">
        <dgm:presLayoutVars>
          <dgm:chMax val="1"/>
          <dgm:chPref val="1"/>
        </dgm:presLayoutVars>
      </dgm:prSet>
      <dgm:spPr/>
    </dgm:pt>
    <dgm:pt modelId="{AD793AAC-E691-44C4-A58D-C875EE047BCD}" type="pres">
      <dgm:prSet presAssocID="{5ECD2D94-2A03-4823-9932-D48913591167}" presName="sibTrans" presStyleCnt="0"/>
      <dgm:spPr/>
    </dgm:pt>
    <dgm:pt modelId="{4132660F-DA5D-4598-A6EC-EBA00B0E92A8}" type="pres">
      <dgm:prSet presAssocID="{1F2F506D-AC72-4080-8893-4C5E81ACB7E7}" presName="compNode" presStyleCnt="0"/>
      <dgm:spPr/>
    </dgm:pt>
    <dgm:pt modelId="{25734BD2-CF62-4787-BA20-A083F1D55271}" type="pres">
      <dgm:prSet presAssocID="{1F2F506D-AC72-4080-8893-4C5E81ACB7E7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5D68953-355F-4651-B525-A25229C7453B}" type="pres">
      <dgm:prSet presAssocID="{1F2F506D-AC72-4080-8893-4C5E81ACB7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765CAD9-CB40-480D-9E1A-161546770E25}" type="pres">
      <dgm:prSet presAssocID="{1F2F506D-AC72-4080-8893-4C5E81ACB7E7}" presName="spaceRect" presStyleCnt="0"/>
      <dgm:spPr/>
    </dgm:pt>
    <dgm:pt modelId="{991BDA35-CCD3-47D6-A3B4-B38E5C61C483}" type="pres">
      <dgm:prSet presAssocID="{1F2F506D-AC72-4080-8893-4C5E81ACB7E7}" presName="textRect" presStyleLbl="revTx" presStyleIdx="1" presStyleCnt="3">
        <dgm:presLayoutVars>
          <dgm:chMax val="1"/>
          <dgm:chPref val="1"/>
        </dgm:presLayoutVars>
      </dgm:prSet>
      <dgm:spPr/>
    </dgm:pt>
    <dgm:pt modelId="{66B4CD7B-36DF-452D-8C11-3278DFDBAF83}" type="pres">
      <dgm:prSet presAssocID="{64FF96E6-14C6-4D6D-B45A-E2C95FD68089}" presName="sibTrans" presStyleCnt="0"/>
      <dgm:spPr/>
    </dgm:pt>
    <dgm:pt modelId="{B2F59CDA-0010-4329-BB33-0E5F23CAE96A}" type="pres">
      <dgm:prSet presAssocID="{0BC75BA9-083E-4195-BB41-C2D59AC1CB34}" presName="compNode" presStyleCnt="0"/>
      <dgm:spPr/>
    </dgm:pt>
    <dgm:pt modelId="{09EC3E90-4E74-40A3-BAE4-8F2A5492C77B}" type="pres">
      <dgm:prSet presAssocID="{0BC75BA9-083E-4195-BB41-C2D59AC1CB3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E772691-180C-4759-97C6-709DE1FFCA0E}" type="pres">
      <dgm:prSet presAssocID="{0BC75BA9-083E-4195-BB41-C2D59AC1CB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2263BC68-976D-422F-A6E1-2834AC86B027}" type="pres">
      <dgm:prSet presAssocID="{0BC75BA9-083E-4195-BB41-C2D59AC1CB34}" presName="spaceRect" presStyleCnt="0"/>
      <dgm:spPr/>
    </dgm:pt>
    <dgm:pt modelId="{2CD93339-BD5B-4D58-9C16-AD3CFCD8533A}" type="pres">
      <dgm:prSet presAssocID="{0BC75BA9-083E-4195-BB41-C2D59AC1CB3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AD72B08-8707-477F-8459-FC361B708643}" srcId="{AC0A8B4B-DB0E-42FB-8A66-C49E46F7AB9E}" destId="{CB01AB60-6170-4690-BF36-E6158ED5A2CD}" srcOrd="0" destOrd="0" parTransId="{391A0AE0-5A30-4186-A71E-B3B743012AF0}" sibTransId="{5ECD2D94-2A03-4823-9932-D48913591167}"/>
    <dgm:cxn modelId="{43607333-C56C-498C-B190-E8BB92FE83EC}" type="presOf" srcId="{AC0A8B4B-DB0E-42FB-8A66-C49E46F7AB9E}" destId="{E927A511-FA13-4ED1-BF84-7C7EF4AA0713}" srcOrd="0" destOrd="0" presId="urn:microsoft.com/office/officeart/2018/5/layout/IconLeafLabelList"/>
    <dgm:cxn modelId="{60C8093E-867E-4447-8E62-614E95F46BD2}" type="presOf" srcId="{1F2F506D-AC72-4080-8893-4C5E81ACB7E7}" destId="{991BDA35-CCD3-47D6-A3B4-B38E5C61C483}" srcOrd="0" destOrd="0" presId="urn:microsoft.com/office/officeart/2018/5/layout/IconLeafLabelList"/>
    <dgm:cxn modelId="{3B422357-9C9E-464B-9561-BF382ECB5A1C}" srcId="{AC0A8B4B-DB0E-42FB-8A66-C49E46F7AB9E}" destId="{1F2F506D-AC72-4080-8893-4C5E81ACB7E7}" srcOrd="1" destOrd="0" parTransId="{E64F8BEC-D788-4A98-BD94-51EA2EE75B38}" sibTransId="{64FF96E6-14C6-4D6D-B45A-E2C95FD68089}"/>
    <dgm:cxn modelId="{086DC377-AB51-4DD4-A33F-FFC6A9266972}" type="presOf" srcId="{CB01AB60-6170-4690-BF36-E6158ED5A2CD}" destId="{1541BE5F-4529-4826-B819-6F6696334442}" srcOrd="0" destOrd="0" presId="urn:microsoft.com/office/officeart/2018/5/layout/IconLeafLabelList"/>
    <dgm:cxn modelId="{4F0B78B4-6316-4282-8250-12E8369AC005}" type="presOf" srcId="{0BC75BA9-083E-4195-BB41-C2D59AC1CB34}" destId="{2CD93339-BD5B-4D58-9C16-AD3CFCD8533A}" srcOrd="0" destOrd="0" presId="urn:microsoft.com/office/officeart/2018/5/layout/IconLeafLabelList"/>
    <dgm:cxn modelId="{132F4EC6-F4C3-486D-8DEA-5D5D4EB17903}" srcId="{AC0A8B4B-DB0E-42FB-8A66-C49E46F7AB9E}" destId="{0BC75BA9-083E-4195-BB41-C2D59AC1CB34}" srcOrd="2" destOrd="0" parTransId="{665C9CD4-9887-482D-B683-854D6BCE1C36}" sibTransId="{33C1B115-3D24-44AA-B249-7814392F227F}"/>
    <dgm:cxn modelId="{906ABECA-EC00-4A99-B0B6-A82ACE94B77E}" type="presParOf" srcId="{E927A511-FA13-4ED1-BF84-7C7EF4AA0713}" destId="{6A400FC2-2FE3-4CB6-9889-88E534FCDAD8}" srcOrd="0" destOrd="0" presId="urn:microsoft.com/office/officeart/2018/5/layout/IconLeafLabelList"/>
    <dgm:cxn modelId="{A4665157-689A-4542-9334-19048108B36D}" type="presParOf" srcId="{6A400FC2-2FE3-4CB6-9889-88E534FCDAD8}" destId="{B92A1FB5-81D4-41AD-8258-ECA2FD5F45FD}" srcOrd="0" destOrd="0" presId="urn:microsoft.com/office/officeart/2018/5/layout/IconLeafLabelList"/>
    <dgm:cxn modelId="{6144B304-7EFC-4259-A4CC-9AA56C416ACB}" type="presParOf" srcId="{6A400FC2-2FE3-4CB6-9889-88E534FCDAD8}" destId="{38B74353-72D7-4CFC-AD14-22256209CA54}" srcOrd="1" destOrd="0" presId="urn:microsoft.com/office/officeart/2018/5/layout/IconLeafLabelList"/>
    <dgm:cxn modelId="{509A9A09-5B0E-4199-9BF9-BAA2CE134B01}" type="presParOf" srcId="{6A400FC2-2FE3-4CB6-9889-88E534FCDAD8}" destId="{8FB3E6BC-5503-40F3-97A7-2AF62F0AD82D}" srcOrd="2" destOrd="0" presId="urn:microsoft.com/office/officeart/2018/5/layout/IconLeafLabelList"/>
    <dgm:cxn modelId="{22C2BE84-5BF1-460E-B42A-821CB4BCD8FC}" type="presParOf" srcId="{6A400FC2-2FE3-4CB6-9889-88E534FCDAD8}" destId="{1541BE5F-4529-4826-B819-6F6696334442}" srcOrd="3" destOrd="0" presId="urn:microsoft.com/office/officeart/2018/5/layout/IconLeafLabelList"/>
    <dgm:cxn modelId="{E4D2A4B5-28F8-4625-AD51-39DBDE4CDDA7}" type="presParOf" srcId="{E927A511-FA13-4ED1-BF84-7C7EF4AA0713}" destId="{AD793AAC-E691-44C4-A58D-C875EE047BCD}" srcOrd="1" destOrd="0" presId="urn:microsoft.com/office/officeart/2018/5/layout/IconLeafLabelList"/>
    <dgm:cxn modelId="{BA76ED1A-C269-4218-A42A-BDA6F8870EF4}" type="presParOf" srcId="{E927A511-FA13-4ED1-BF84-7C7EF4AA0713}" destId="{4132660F-DA5D-4598-A6EC-EBA00B0E92A8}" srcOrd="2" destOrd="0" presId="urn:microsoft.com/office/officeart/2018/5/layout/IconLeafLabelList"/>
    <dgm:cxn modelId="{CD20C7B9-0F73-458D-B5BE-88A8BBAC616F}" type="presParOf" srcId="{4132660F-DA5D-4598-A6EC-EBA00B0E92A8}" destId="{25734BD2-CF62-4787-BA20-A083F1D55271}" srcOrd="0" destOrd="0" presId="urn:microsoft.com/office/officeart/2018/5/layout/IconLeafLabelList"/>
    <dgm:cxn modelId="{FC5F9623-2314-466A-8997-992BB9CE8E65}" type="presParOf" srcId="{4132660F-DA5D-4598-A6EC-EBA00B0E92A8}" destId="{75D68953-355F-4651-B525-A25229C7453B}" srcOrd="1" destOrd="0" presId="urn:microsoft.com/office/officeart/2018/5/layout/IconLeafLabelList"/>
    <dgm:cxn modelId="{F5342072-BAD7-491B-AC45-0266361AEE52}" type="presParOf" srcId="{4132660F-DA5D-4598-A6EC-EBA00B0E92A8}" destId="{3765CAD9-CB40-480D-9E1A-161546770E25}" srcOrd="2" destOrd="0" presId="urn:microsoft.com/office/officeart/2018/5/layout/IconLeafLabelList"/>
    <dgm:cxn modelId="{9DF7C0C4-43E3-4977-930B-286AE16CB1A6}" type="presParOf" srcId="{4132660F-DA5D-4598-A6EC-EBA00B0E92A8}" destId="{991BDA35-CCD3-47D6-A3B4-B38E5C61C483}" srcOrd="3" destOrd="0" presId="urn:microsoft.com/office/officeart/2018/5/layout/IconLeafLabelList"/>
    <dgm:cxn modelId="{5F66B383-6B69-45DF-AB6A-E14B5EB34EC1}" type="presParOf" srcId="{E927A511-FA13-4ED1-BF84-7C7EF4AA0713}" destId="{66B4CD7B-36DF-452D-8C11-3278DFDBAF83}" srcOrd="3" destOrd="0" presId="urn:microsoft.com/office/officeart/2018/5/layout/IconLeafLabelList"/>
    <dgm:cxn modelId="{B3588428-6046-4632-9E57-BDBCE07C79E2}" type="presParOf" srcId="{E927A511-FA13-4ED1-BF84-7C7EF4AA0713}" destId="{B2F59CDA-0010-4329-BB33-0E5F23CAE96A}" srcOrd="4" destOrd="0" presId="urn:microsoft.com/office/officeart/2018/5/layout/IconLeafLabelList"/>
    <dgm:cxn modelId="{6C86FE8C-C4D1-40F7-87D5-FCC685A3A1AB}" type="presParOf" srcId="{B2F59CDA-0010-4329-BB33-0E5F23CAE96A}" destId="{09EC3E90-4E74-40A3-BAE4-8F2A5492C77B}" srcOrd="0" destOrd="0" presId="urn:microsoft.com/office/officeart/2018/5/layout/IconLeafLabelList"/>
    <dgm:cxn modelId="{B90C05E4-4377-43C9-AC6D-E87E74A6721A}" type="presParOf" srcId="{B2F59CDA-0010-4329-BB33-0E5F23CAE96A}" destId="{BE772691-180C-4759-97C6-709DE1FFCA0E}" srcOrd="1" destOrd="0" presId="urn:microsoft.com/office/officeart/2018/5/layout/IconLeafLabelList"/>
    <dgm:cxn modelId="{E72F345E-109B-4D4E-BF99-5AB81EE063E0}" type="presParOf" srcId="{B2F59CDA-0010-4329-BB33-0E5F23CAE96A}" destId="{2263BC68-976D-422F-A6E1-2834AC86B027}" srcOrd="2" destOrd="0" presId="urn:microsoft.com/office/officeart/2018/5/layout/IconLeafLabelList"/>
    <dgm:cxn modelId="{48DA01B3-5D95-4FD8-87DD-7D9A4A2D4B36}" type="presParOf" srcId="{B2F59CDA-0010-4329-BB33-0E5F23CAE96A}" destId="{2CD93339-BD5B-4D58-9C16-AD3CFCD8533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AB9192-50C9-48CF-ADFD-04CABAD73AD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EDF072A-74E7-4D93-95DB-F8FCA93F9D39}">
      <dgm:prSet/>
      <dgm:spPr/>
      <dgm:t>
        <a:bodyPr/>
        <a:lstStyle/>
        <a:p>
          <a:r>
            <a:rPr lang="en-US"/>
            <a:t>Concept prevents people from owning mistakes and sharing what they learned from them</a:t>
          </a:r>
        </a:p>
      </dgm:t>
    </dgm:pt>
    <dgm:pt modelId="{FE26C46F-3FCC-499C-AD54-DD4BA2CFDE32}" type="parTrans" cxnId="{0AE79FBE-726F-4ABB-A031-AD2856318A74}">
      <dgm:prSet/>
      <dgm:spPr/>
      <dgm:t>
        <a:bodyPr/>
        <a:lstStyle/>
        <a:p>
          <a:endParaRPr lang="en-US"/>
        </a:p>
      </dgm:t>
    </dgm:pt>
    <dgm:pt modelId="{0FCC26A1-6344-4A01-9601-F949A8E0808F}" type="sibTrans" cxnId="{0AE79FBE-726F-4ABB-A031-AD2856318A74}">
      <dgm:prSet/>
      <dgm:spPr/>
      <dgm:t>
        <a:bodyPr/>
        <a:lstStyle/>
        <a:p>
          <a:endParaRPr lang="en-US"/>
        </a:p>
      </dgm:t>
    </dgm:pt>
    <dgm:pt modelId="{7487E2FC-490A-4AA9-B625-0961BB3908BB}">
      <dgm:prSet/>
      <dgm:spPr/>
      <dgm:t>
        <a:bodyPr/>
        <a:lstStyle/>
        <a:p>
          <a:r>
            <a:rPr lang="en-US"/>
            <a:t>It can reduce the flow of information, which can hinder the learning process for the rest of the team</a:t>
          </a:r>
        </a:p>
      </dgm:t>
    </dgm:pt>
    <dgm:pt modelId="{744B01EE-BCC2-4574-8311-A56D6F06A01E}" type="parTrans" cxnId="{87B7CE0A-1F6B-4A71-8360-914CEC64CCE5}">
      <dgm:prSet/>
      <dgm:spPr/>
      <dgm:t>
        <a:bodyPr/>
        <a:lstStyle/>
        <a:p>
          <a:endParaRPr lang="en-US"/>
        </a:p>
      </dgm:t>
    </dgm:pt>
    <dgm:pt modelId="{A8AC33C5-F18B-454C-81BB-48C20F5B93C6}" type="sibTrans" cxnId="{87B7CE0A-1F6B-4A71-8360-914CEC64CCE5}">
      <dgm:prSet/>
      <dgm:spPr/>
      <dgm:t>
        <a:bodyPr/>
        <a:lstStyle/>
        <a:p>
          <a:endParaRPr lang="en-US"/>
        </a:p>
      </dgm:t>
    </dgm:pt>
    <dgm:pt modelId="{2D1EDC2A-4B1A-46BA-A26D-0CD090BFF423}">
      <dgm:prSet/>
      <dgm:spPr/>
      <dgm:t>
        <a:bodyPr/>
        <a:lstStyle/>
        <a:p>
          <a:r>
            <a:rPr lang="en-US"/>
            <a:t>A just culture aims to eliminate this to focus on problem solving and learning</a:t>
          </a:r>
        </a:p>
      </dgm:t>
    </dgm:pt>
    <dgm:pt modelId="{EDCA9D43-3B58-4C07-98BA-486BC6A848E7}" type="parTrans" cxnId="{E877C436-E935-4FC6-A35E-EF7F5011A61F}">
      <dgm:prSet/>
      <dgm:spPr/>
      <dgm:t>
        <a:bodyPr/>
        <a:lstStyle/>
        <a:p>
          <a:endParaRPr lang="en-US"/>
        </a:p>
      </dgm:t>
    </dgm:pt>
    <dgm:pt modelId="{53B84533-0CD2-481D-B0F7-DD81CD3DAB55}" type="sibTrans" cxnId="{E877C436-E935-4FC6-A35E-EF7F5011A61F}">
      <dgm:prSet/>
      <dgm:spPr/>
      <dgm:t>
        <a:bodyPr/>
        <a:lstStyle/>
        <a:p>
          <a:endParaRPr lang="en-US"/>
        </a:p>
      </dgm:t>
    </dgm:pt>
    <dgm:pt modelId="{5DC207B3-F3D3-4A12-AA6B-F6A7890CBEF9}" type="pres">
      <dgm:prSet presAssocID="{1BAB9192-50C9-48CF-ADFD-04CABAD73ADE}" presName="root" presStyleCnt="0">
        <dgm:presLayoutVars>
          <dgm:dir/>
          <dgm:resizeHandles val="exact"/>
        </dgm:presLayoutVars>
      </dgm:prSet>
      <dgm:spPr/>
    </dgm:pt>
    <dgm:pt modelId="{5CC54945-FBDE-4CAD-A13C-2FE2A928AC12}" type="pres">
      <dgm:prSet presAssocID="{4EDF072A-74E7-4D93-95DB-F8FCA93F9D39}" presName="compNode" presStyleCnt="0"/>
      <dgm:spPr/>
    </dgm:pt>
    <dgm:pt modelId="{42B4B269-E07C-4FE4-B161-71CC3EAB6B14}" type="pres">
      <dgm:prSet presAssocID="{4EDF072A-74E7-4D93-95DB-F8FCA93F9D39}" presName="bgRect" presStyleLbl="bgShp" presStyleIdx="0" presStyleCnt="3"/>
      <dgm:spPr/>
    </dgm:pt>
    <dgm:pt modelId="{7DBE4872-2114-4BF6-880B-D6704D4548D0}" type="pres">
      <dgm:prSet presAssocID="{4EDF072A-74E7-4D93-95DB-F8FCA93F9D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12368D17-172B-457F-966D-B8A9534C8DC4}" type="pres">
      <dgm:prSet presAssocID="{4EDF072A-74E7-4D93-95DB-F8FCA93F9D39}" presName="spaceRect" presStyleCnt="0"/>
      <dgm:spPr/>
    </dgm:pt>
    <dgm:pt modelId="{E1B499EE-24BC-4DBE-BEBF-840FD4B3A744}" type="pres">
      <dgm:prSet presAssocID="{4EDF072A-74E7-4D93-95DB-F8FCA93F9D39}" presName="parTx" presStyleLbl="revTx" presStyleIdx="0" presStyleCnt="3">
        <dgm:presLayoutVars>
          <dgm:chMax val="0"/>
          <dgm:chPref val="0"/>
        </dgm:presLayoutVars>
      </dgm:prSet>
      <dgm:spPr/>
    </dgm:pt>
    <dgm:pt modelId="{4FB35AD8-D644-4F2A-AF4D-1A607F364643}" type="pres">
      <dgm:prSet presAssocID="{0FCC26A1-6344-4A01-9601-F949A8E0808F}" presName="sibTrans" presStyleCnt="0"/>
      <dgm:spPr/>
    </dgm:pt>
    <dgm:pt modelId="{DBC2C54B-F825-40DB-B4B6-E91309DFE1B8}" type="pres">
      <dgm:prSet presAssocID="{7487E2FC-490A-4AA9-B625-0961BB3908BB}" presName="compNode" presStyleCnt="0"/>
      <dgm:spPr/>
    </dgm:pt>
    <dgm:pt modelId="{851FC379-8113-4832-87BB-40D446E69436}" type="pres">
      <dgm:prSet presAssocID="{7487E2FC-490A-4AA9-B625-0961BB3908BB}" presName="bgRect" presStyleLbl="bgShp" presStyleIdx="1" presStyleCnt="3"/>
      <dgm:spPr/>
    </dgm:pt>
    <dgm:pt modelId="{9B4229B1-53EE-44D9-987F-29B6FDEB7D10}" type="pres">
      <dgm:prSet presAssocID="{7487E2FC-490A-4AA9-B625-0961BB3908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7867A827-0204-4584-81BA-3F1B97B5A871}" type="pres">
      <dgm:prSet presAssocID="{7487E2FC-490A-4AA9-B625-0961BB3908BB}" presName="spaceRect" presStyleCnt="0"/>
      <dgm:spPr/>
    </dgm:pt>
    <dgm:pt modelId="{8B38A74A-EBAB-4B8A-94C2-AD77BD55F979}" type="pres">
      <dgm:prSet presAssocID="{7487E2FC-490A-4AA9-B625-0961BB3908BB}" presName="parTx" presStyleLbl="revTx" presStyleIdx="1" presStyleCnt="3">
        <dgm:presLayoutVars>
          <dgm:chMax val="0"/>
          <dgm:chPref val="0"/>
        </dgm:presLayoutVars>
      </dgm:prSet>
      <dgm:spPr/>
    </dgm:pt>
    <dgm:pt modelId="{5E9D7C76-8965-4313-B5FA-410F4DF69C40}" type="pres">
      <dgm:prSet presAssocID="{A8AC33C5-F18B-454C-81BB-48C20F5B93C6}" presName="sibTrans" presStyleCnt="0"/>
      <dgm:spPr/>
    </dgm:pt>
    <dgm:pt modelId="{A8A2AE32-4BF8-4F13-805B-0D1ED78AD5B1}" type="pres">
      <dgm:prSet presAssocID="{2D1EDC2A-4B1A-46BA-A26D-0CD090BFF423}" presName="compNode" presStyleCnt="0"/>
      <dgm:spPr/>
    </dgm:pt>
    <dgm:pt modelId="{8648AECC-5DAC-4B71-B90A-F5D9DE7E830E}" type="pres">
      <dgm:prSet presAssocID="{2D1EDC2A-4B1A-46BA-A26D-0CD090BFF423}" presName="bgRect" presStyleLbl="bgShp" presStyleIdx="2" presStyleCnt="3"/>
      <dgm:spPr/>
    </dgm:pt>
    <dgm:pt modelId="{13B3648B-F6A4-4492-B770-0EBA26879ED5}" type="pres">
      <dgm:prSet presAssocID="{2D1EDC2A-4B1A-46BA-A26D-0CD090BFF42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2A262A0-AC3C-47FE-B79A-2D045B5B230E}" type="pres">
      <dgm:prSet presAssocID="{2D1EDC2A-4B1A-46BA-A26D-0CD090BFF423}" presName="spaceRect" presStyleCnt="0"/>
      <dgm:spPr/>
    </dgm:pt>
    <dgm:pt modelId="{FB9059CD-0751-4610-8ED3-D76DB3C5D26B}" type="pres">
      <dgm:prSet presAssocID="{2D1EDC2A-4B1A-46BA-A26D-0CD090BFF42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7B7CE0A-1F6B-4A71-8360-914CEC64CCE5}" srcId="{1BAB9192-50C9-48CF-ADFD-04CABAD73ADE}" destId="{7487E2FC-490A-4AA9-B625-0961BB3908BB}" srcOrd="1" destOrd="0" parTransId="{744B01EE-BCC2-4574-8311-A56D6F06A01E}" sibTransId="{A8AC33C5-F18B-454C-81BB-48C20F5B93C6}"/>
    <dgm:cxn modelId="{E877C436-E935-4FC6-A35E-EF7F5011A61F}" srcId="{1BAB9192-50C9-48CF-ADFD-04CABAD73ADE}" destId="{2D1EDC2A-4B1A-46BA-A26D-0CD090BFF423}" srcOrd="2" destOrd="0" parTransId="{EDCA9D43-3B58-4C07-98BA-486BC6A848E7}" sibTransId="{53B84533-0CD2-481D-B0F7-DD81CD3DAB55}"/>
    <dgm:cxn modelId="{5F80433B-084B-4FC9-B7C8-326A6AC4D3FA}" type="presOf" srcId="{7487E2FC-490A-4AA9-B625-0961BB3908BB}" destId="{8B38A74A-EBAB-4B8A-94C2-AD77BD55F979}" srcOrd="0" destOrd="0" presId="urn:microsoft.com/office/officeart/2018/2/layout/IconVerticalSolidList"/>
    <dgm:cxn modelId="{0FDDD94F-A0FF-4903-9391-3AA3BE0EFBE3}" type="presOf" srcId="{4EDF072A-74E7-4D93-95DB-F8FCA93F9D39}" destId="{E1B499EE-24BC-4DBE-BEBF-840FD4B3A744}" srcOrd="0" destOrd="0" presId="urn:microsoft.com/office/officeart/2018/2/layout/IconVerticalSolidList"/>
    <dgm:cxn modelId="{CE20C2BA-FF9F-4381-8B19-BFE99CD13431}" type="presOf" srcId="{1BAB9192-50C9-48CF-ADFD-04CABAD73ADE}" destId="{5DC207B3-F3D3-4A12-AA6B-F6A7890CBEF9}" srcOrd="0" destOrd="0" presId="urn:microsoft.com/office/officeart/2018/2/layout/IconVerticalSolidList"/>
    <dgm:cxn modelId="{0AE79FBE-726F-4ABB-A031-AD2856318A74}" srcId="{1BAB9192-50C9-48CF-ADFD-04CABAD73ADE}" destId="{4EDF072A-74E7-4D93-95DB-F8FCA93F9D39}" srcOrd="0" destOrd="0" parTransId="{FE26C46F-3FCC-499C-AD54-DD4BA2CFDE32}" sibTransId="{0FCC26A1-6344-4A01-9601-F949A8E0808F}"/>
    <dgm:cxn modelId="{AA6AC1D5-6952-4066-9E7D-476738E4BC45}" type="presOf" srcId="{2D1EDC2A-4B1A-46BA-A26D-0CD090BFF423}" destId="{FB9059CD-0751-4610-8ED3-D76DB3C5D26B}" srcOrd="0" destOrd="0" presId="urn:microsoft.com/office/officeart/2018/2/layout/IconVerticalSolidList"/>
    <dgm:cxn modelId="{CBF16C3E-8319-4959-8F78-580724DCA543}" type="presParOf" srcId="{5DC207B3-F3D3-4A12-AA6B-F6A7890CBEF9}" destId="{5CC54945-FBDE-4CAD-A13C-2FE2A928AC12}" srcOrd="0" destOrd="0" presId="urn:microsoft.com/office/officeart/2018/2/layout/IconVerticalSolidList"/>
    <dgm:cxn modelId="{32ED15C2-DA64-4739-A421-AA426CE2AF0C}" type="presParOf" srcId="{5CC54945-FBDE-4CAD-A13C-2FE2A928AC12}" destId="{42B4B269-E07C-4FE4-B161-71CC3EAB6B14}" srcOrd="0" destOrd="0" presId="urn:microsoft.com/office/officeart/2018/2/layout/IconVerticalSolidList"/>
    <dgm:cxn modelId="{C3399827-363E-4219-B857-3C34CE040C1F}" type="presParOf" srcId="{5CC54945-FBDE-4CAD-A13C-2FE2A928AC12}" destId="{7DBE4872-2114-4BF6-880B-D6704D4548D0}" srcOrd="1" destOrd="0" presId="urn:microsoft.com/office/officeart/2018/2/layout/IconVerticalSolidList"/>
    <dgm:cxn modelId="{0478211B-7CEC-4341-9819-61BFD2EB2DAE}" type="presParOf" srcId="{5CC54945-FBDE-4CAD-A13C-2FE2A928AC12}" destId="{12368D17-172B-457F-966D-B8A9534C8DC4}" srcOrd="2" destOrd="0" presId="urn:microsoft.com/office/officeart/2018/2/layout/IconVerticalSolidList"/>
    <dgm:cxn modelId="{D9C3E8F3-DB53-45C3-AF45-0D9AFB50D26C}" type="presParOf" srcId="{5CC54945-FBDE-4CAD-A13C-2FE2A928AC12}" destId="{E1B499EE-24BC-4DBE-BEBF-840FD4B3A744}" srcOrd="3" destOrd="0" presId="urn:microsoft.com/office/officeart/2018/2/layout/IconVerticalSolidList"/>
    <dgm:cxn modelId="{9493520D-A4D3-4977-9374-DE5642D9C984}" type="presParOf" srcId="{5DC207B3-F3D3-4A12-AA6B-F6A7890CBEF9}" destId="{4FB35AD8-D644-4F2A-AF4D-1A607F364643}" srcOrd="1" destOrd="0" presId="urn:microsoft.com/office/officeart/2018/2/layout/IconVerticalSolidList"/>
    <dgm:cxn modelId="{73E99E16-D7BA-4E61-8AB2-6805AEC8AD4E}" type="presParOf" srcId="{5DC207B3-F3D3-4A12-AA6B-F6A7890CBEF9}" destId="{DBC2C54B-F825-40DB-B4B6-E91309DFE1B8}" srcOrd="2" destOrd="0" presId="urn:microsoft.com/office/officeart/2018/2/layout/IconVerticalSolidList"/>
    <dgm:cxn modelId="{20042A77-8D07-4AE8-B015-2EEF11155ADC}" type="presParOf" srcId="{DBC2C54B-F825-40DB-B4B6-E91309DFE1B8}" destId="{851FC379-8113-4832-87BB-40D446E69436}" srcOrd="0" destOrd="0" presId="urn:microsoft.com/office/officeart/2018/2/layout/IconVerticalSolidList"/>
    <dgm:cxn modelId="{19A63FB6-F854-4D1C-9C91-C91CFAE31761}" type="presParOf" srcId="{DBC2C54B-F825-40DB-B4B6-E91309DFE1B8}" destId="{9B4229B1-53EE-44D9-987F-29B6FDEB7D10}" srcOrd="1" destOrd="0" presId="urn:microsoft.com/office/officeart/2018/2/layout/IconVerticalSolidList"/>
    <dgm:cxn modelId="{C6AC51CB-5265-4C0F-887C-CB4F92958CB2}" type="presParOf" srcId="{DBC2C54B-F825-40DB-B4B6-E91309DFE1B8}" destId="{7867A827-0204-4584-81BA-3F1B97B5A871}" srcOrd="2" destOrd="0" presId="urn:microsoft.com/office/officeart/2018/2/layout/IconVerticalSolidList"/>
    <dgm:cxn modelId="{6923CC29-14F0-4234-B6A2-67A85281BDF1}" type="presParOf" srcId="{DBC2C54B-F825-40DB-B4B6-E91309DFE1B8}" destId="{8B38A74A-EBAB-4B8A-94C2-AD77BD55F979}" srcOrd="3" destOrd="0" presId="urn:microsoft.com/office/officeart/2018/2/layout/IconVerticalSolidList"/>
    <dgm:cxn modelId="{50FE4979-18E5-46A9-B8CA-8F2AB1632810}" type="presParOf" srcId="{5DC207B3-F3D3-4A12-AA6B-F6A7890CBEF9}" destId="{5E9D7C76-8965-4313-B5FA-410F4DF69C40}" srcOrd="3" destOrd="0" presId="urn:microsoft.com/office/officeart/2018/2/layout/IconVerticalSolidList"/>
    <dgm:cxn modelId="{DF7B716F-2674-4D8A-9542-A2104C257725}" type="presParOf" srcId="{5DC207B3-F3D3-4A12-AA6B-F6A7890CBEF9}" destId="{A8A2AE32-4BF8-4F13-805B-0D1ED78AD5B1}" srcOrd="4" destOrd="0" presId="urn:microsoft.com/office/officeart/2018/2/layout/IconVerticalSolidList"/>
    <dgm:cxn modelId="{EEFE24EA-3938-4923-8AE0-D36236AD3B23}" type="presParOf" srcId="{A8A2AE32-4BF8-4F13-805B-0D1ED78AD5B1}" destId="{8648AECC-5DAC-4B71-B90A-F5D9DE7E830E}" srcOrd="0" destOrd="0" presId="urn:microsoft.com/office/officeart/2018/2/layout/IconVerticalSolidList"/>
    <dgm:cxn modelId="{A5EE6D09-D787-4ACB-B7F8-E4F7C1DB5B8A}" type="presParOf" srcId="{A8A2AE32-4BF8-4F13-805B-0D1ED78AD5B1}" destId="{13B3648B-F6A4-4492-B770-0EBA26879ED5}" srcOrd="1" destOrd="0" presId="urn:microsoft.com/office/officeart/2018/2/layout/IconVerticalSolidList"/>
    <dgm:cxn modelId="{CE82AB0A-D4B1-472B-82E9-BF7782880320}" type="presParOf" srcId="{A8A2AE32-4BF8-4F13-805B-0D1ED78AD5B1}" destId="{42A262A0-AC3C-47FE-B79A-2D045B5B230E}" srcOrd="2" destOrd="0" presId="urn:microsoft.com/office/officeart/2018/2/layout/IconVerticalSolidList"/>
    <dgm:cxn modelId="{1E370295-55CD-42AD-8922-998BC801A5E8}" type="presParOf" srcId="{A8A2AE32-4BF8-4F13-805B-0D1ED78AD5B1}" destId="{FB9059CD-0751-4610-8ED3-D76DB3C5D2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6D52DF-5B19-4E72-B1CB-621572FED1BA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7E8CC9-6807-4BF6-B918-264166BCE1A2}">
      <dgm:prSet/>
      <dgm:spPr/>
      <dgm:t>
        <a:bodyPr/>
        <a:lstStyle/>
        <a:p>
          <a:r>
            <a:rPr lang="en-US"/>
            <a:t>Leaders are crucial for the optics of establishing a just culture by being the model for best practice behavior</a:t>
          </a:r>
        </a:p>
      </dgm:t>
    </dgm:pt>
    <dgm:pt modelId="{2174E2FF-9DF9-4AB4-89C0-43BBF179B295}" type="parTrans" cxnId="{D1DAAC6A-0323-4312-B149-9AE28C279C15}">
      <dgm:prSet/>
      <dgm:spPr/>
      <dgm:t>
        <a:bodyPr/>
        <a:lstStyle/>
        <a:p>
          <a:endParaRPr lang="en-US"/>
        </a:p>
      </dgm:t>
    </dgm:pt>
    <dgm:pt modelId="{F51BA563-439A-4B68-BF96-E2323D4B49DD}" type="sibTrans" cxnId="{D1DAAC6A-0323-4312-B149-9AE28C279C15}">
      <dgm:prSet/>
      <dgm:spPr/>
      <dgm:t>
        <a:bodyPr/>
        <a:lstStyle/>
        <a:p>
          <a:endParaRPr lang="en-US"/>
        </a:p>
      </dgm:t>
    </dgm:pt>
    <dgm:pt modelId="{F59872BF-8F69-4D32-BAA5-69ECD83EFA7B}">
      <dgm:prSet/>
      <dgm:spPr/>
      <dgm:t>
        <a:bodyPr/>
        <a:lstStyle/>
        <a:p>
          <a:r>
            <a:rPr lang="en-US"/>
            <a:t>If they do not cooperate it can affect the employee morale and culture</a:t>
          </a:r>
        </a:p>
      </dgm:t>
    </dgm:pt>
    <dgm:pt modelId="{5D9C8C73-D1DE-428F-9E11-11BD04924879}" type="parTrans" cxnId="{71816A1B-D890-490F-A769-EF376F1D57D8}">
      <dgm:prSet/>
      <dgm:spPr/>
      <dgm:t>
        <a:bodyPr/>
        <a:lstStyle/>
        <a:p>
          <a:endParaRPr lang="en-US"/>
        </a:p>
      </dgm:t>
    </dgm:pt>
    <dgm:pt modelId="{B0BCC203-8BCA-480B-889A-CF2DB289A6AE}" type="sibTrans" cxnId="{71816A1B-D890-490F-A769-EF376F1D57D8}">
      <dgm:prSet/>
      <dgm:spPr/>
      <dgm:t>
        <a:bodyPr/>
        <a:lstStyle/>
        <a:p>
          <a:endParaRPr lang="en-US"/>
        </a:p>
      </dgm:t>
    </dgm:pt>
    <dgm:pt modelId="{D629304C-18DC-45FE-A120-288B78F4BB1C}" type="pres">
      <dgm:prSet presAssocID="{036D52DF-5B19-4E72-B1CB-621572FED1B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975C97D-6383-4C33-91AB-7953BAE0585A}" type="pres">
      <dgm:prSet presAssocID="{817E8CC9-6807-4BF6-B918-264166BCE1A2}" presName="hierRoot1" presStyleCnt="0"/>
      <dgm:spPr/>
    </dgm:pt>
    <dgm:pt modelId="{CAD31146-E090-4D41-B95C-18546BDAC1B2}" type="pres">
      <dgm:prSet presAssocID="{817E8CC9-6807-4BF6-B918-264166BCE1A2}" presName="composite" presStyleCnt="0"/>
      <dgm:spPr/>
    </dgm:pt>
    <dgm:pt modelId="{80F73A2C-C215-4F29-B0BC-E43FA083EE98}" type="pres">
      <dgm:prSet presAssocID="{817E8CC9-6807-4BF6-B918-264166BCE1A2}" presName="background" presStyleLbl="node0" presStyleIdx="0" presStyleCnt="2"/>
      <dgm:spPr/>
    </dgm:pt>
    <dgm:pt modelId="{3FF786AB-7570-4B35-B87E-13B6FC7DF5D2}" type="pres">
      <dgm:prSet presAssocID="{817E8CC9-6807-4BF6-B918-264166BCE1A2}" presName="text" presStyleLbl="fgAcc0" presStyleIdx="0" presStyleCnt="2">
        <dgm:presLayoutVars>
          <dgm:chPref val="3"/>
        </dgm:presLayoutVars>
      </dgm:prSet>
      <dgm:spPr/>
    </dgm:pt>
    <dgm:pt modelId="{59164A21-D87D-432B-B3AE-3D2E09845834}" type="pres">
      <dgm:prSet presAssocID="{817E8CC9-6807-4BF6-B918-264166BCE1A2}" presName="hierChild2" presStyleCnt="0"/>
      <dgm:spPr/>
    </dgm:pt>
    <dgm:pt modelId="{600A025F-D47D-4859-B9EA-47E5B3B10A23}" type="pres">
      <dgm:prSet presAssocID="{F59872BF-8F69-4D32-BAA5-69ECD83EFA7B}" presName="hierRoot1" presStyleCnt="0"/>
      <dgm:spPr/>
    </dgm:pt>
    <dgm:pt modelId="{024E0477-CBAC-475F-8E9E-897BCA67B966}" type="pres">
      <dgm:prSet presAssocID="{F59872BF-8F69-4D32-BAA5-69ECD83EFA7B}" presName="composite" presStyleCnt="0"/>
      <dgm:spPr/>
    </dgm:pt>
    <dgm:pt modelId="{20D7E6C1-ACFA-458E-89D6-2C507A70D598}" type="pres">
      <dgm:prSet presAssocID="{F59872BF-8F69-4D32-BAA5-69ECD83EFA7B}" presName="background" presStyleLbl="node0" presStyleIdx="1" presStyleCnt="2"/>
      <dgm:spPr/>
    </dgm:pt>
    <dgm:pt modelId="{8A52D286-B36B-431D-8D1A-7370C1F15694}" type="pres">
      <dgm:prSet presAssocID="{F59872BF-8F69-4D32-BAA5-69ECD83EFA7B}" presName="text" presStyleLbl="fgAcc0" presStyleIdx="1" presStyleCnt="2">
        <dgm:presLayoutVars>
          <dgm:chPref val="3"/>
        </dgm:presLayoutVars>
      </dgm:prSet>
      <dgm:spPr/>
    </dgm:pt>
    <dgm:pt modelId="{7193FFE9-C63C-4DE3-B9B6-1A877805EB57}" type="pres">
      <dgm:prSet presAssocID="{F59872BF-8F69-4D32-BAA5-69ECD83EFA7B}" presName="hierChild2" presStyleCnt="0"/>
      <dgm:spPr/>
    </dgm:pt>
  </dgm:ptLst>
  <dgm:cxnLst>
    <dgm:cxn modelId="{91ACD100-F5ED-45A2-AD19-951EE0AE43C1}" type="presOf" srcId="{036D52DF-5B19-4E72-B1CB-621572FED1BA}" destId="{D629304C-18DC-45FE-A120-288B78F4BB1C}" srcOrd="0" destOrd="0" presId="urn:microsoft.com/office/officeart/2005/8/layout/hierarchy1"/>
    <dgm:cxn modelId="{71816A1B-D890-490F-A769-EF376F1D57D8}" srcId="{036D52DF-5B19-4E72-B1CB-621572FED1BA}" destId="{F59872BF-8F69-4D32-BAA5-69ECD83EFA7B}" srcOrd="1" destOrd="0" parTransId="{5D9C8C73-D1DE-428F-9E11-11BD04924879}" sibTransId="{B0BCC203-8BCA-480B-889A-CF2DB289A6AE}"/>
    <dgm:cxn modelId="{D1DAAC6A-0323-4312-B149-9AE28C279C15}" srcId="{036D52DF-5B19-4E72-B1CB-621572FED1BA}" destId="{817E8CC9-6807-4BF6-B918-264166BCE1A2}" srcOrd="0" destOrd="0" parTransId="{2174E2FF-9DF9-4AB4-89C0-43BBF179B295}" sibTransId="{F51BA563-439A-4B68-BF96-E2323D4B49DD}"/>
    <dgm:cxn modelId="{D84CC9B7-37F0-4788-A767-0C2BC2F61287}" type="presOf" srcId="{F59872BF-8F69-4D32-BAA5-69ECD83EFA7B}" destId="{8A52D286-B36B-431D-8D1A-7370C1F15694}" srcOrd="0" destOrd="0" presId="urn:microsoft.com/office/officeart/2005/8/layout/hierarchy1"/>
    <dgm:cxn modelId="{BF6AC6D2-4A2C-4AD4-83D6-9FCFA3C47DB6}" type="presOf" srcId="{817E8CC9-6807-4BF6-B918-264166BCE1A2}" destId="{3FF786AB-7570-4B35-B87E-13B6FC7DF5D2}" srcOrd="0" destOrd="0" presId="urn:microsoft.com/office/officeart/2005/8/layout/hierarchy1"/>
    <dgm:cxn modelId="{1A1F1833-77BA-4E43-8610-F75C2A1205FF}" type="presParOf" srcId="{D629304C-18DC-45FE-A120-288B78F4BB1C}" destId="{4975C97D-6383-4C33-91AB-7953BAE0585A}" srcOrd="0" destOrd="0" presId="urn:microsoft.com/office/officeart/2005/8/layout/hierarchy1"/>
    <dgm:cxn modelId="{BD1292C1-0252-4431-B5A8-5D4E27C68EA2}" type="presParOf" srcId="{4975C97D-6383-4C33-91AB-7953BAE0585A}" destId="{CAD31146-E090-4D41-B95C-18546BDAC1B2}" srcOrd="0" destOrd="0" presId="urn:microsoft.com/office/officeart/2005/8/layout/hierarchy1"/>
    <dgm:cxn modelId="{8DCC3EB0-CA94-4EDE-9948-307F9E435BEF}" type="presParOf" srcId="{CAD31146-E090-4D41-B95C-18546BDAC1B2}" destId="{80F73A2C-C215-4F29-B0BC-E43FA083EE98}" srcOrd="0" destOrd="0" presId="urn:microsoft.com/office/officeart/2005/8/layout/hierarchy1"/>
    <dgm:cxn modelId="{C96372F6-1DF1-4849-91ED-16E5363D9811}" type="presParOf" srcId="{CAD31146-E090-4D41-B95C-18546BDAC1B2}" destId="{3FF786AB-7570-4B35-B87E-13B6FC7DF5D2}" srcOrd="1" destOrd="0" presId="urn:microsoft.com/office/officeart/2005/8/layout/hierarchy1"/>
    <dgm:cxn modelId="{26DB351A-FA16-456B-9F32-1349F896FB8E}" type="presParOf" srcId="{4975C97D-6383-4C33-91AB-7953BAE0585A}" destId="{59164A21-D87D-432B-B3AE-3D2E09845834}" srcOrd="1" destOrd="0" presId="urn:microsoft.com/office/officeart/2005/8/layout/hierarchy1"/>
    <dgm:cxn modelId="{DF722566-621D-4B63-ADF8-8F7D0B6B272B}" type="presParOf" srcId="{D629304C-18DC-45FE-A120-288B78F4BB1C}" destId="{600A025F-D47D-4859-B9EA-47E5B3B10A23}" srcOrd="1" destOrd="0" presId="urn:microsoft.com/office/officeart/2005/8/layout/hierarchy1"/>
    <dgm:cxn modelId="{E0838D06-CF9F-40AA-9893-20E0522BA155}" type="presParOf" srcId="{600A025F-D47D-4859-B9EA-47E5B3B10A23}" destId="{024E0477-CBAC-475F-8E9E-897BCA67B966}" srcOrd="0" destOrd="0" presId="urn:microsoft.com/office/officeart/2005/8/layout/hierarchy1"/>
    <dgm:cxn modelId="{6897A078-C333-4371-A89E-6EB818332F5E}" type="presParOf" srcId="{024E0477-CBAC-475F-8E9E-897BCA67B966}" destId="{20D7E6C1-ACFA-458E-89D6-2C507A70D598}" srcOrd="0" destOrd="0" presId="urn:microsoft.com/office/officeart/2005/8/layout/hierarchy1"/>
    <dgm:cxn modelId="{D70777B6-9782-4EF4-B157-9206481C3B02}" type="presParOf" srcId="{024E0477-CBAC-475F-8E9E-897BCA67B966}" destId="{8A52D286-B36B-431D-8D1A-7370C1F15694}" srcOrd="1" destOrd="0" presId="urn:microsoft.com/office/officeart/2005/8/layout/hierarchy1"/>
    <dgm:cxn modelId="{582FA57B-0370-480B-9E48-A1C06A3C16E9}" type="presParOf" srcId="{600A025F-D47D-4859-B9EA-47E5B3B10A23}" destId="{7193FFE9-C63C-4DE3-B9B6-1A877805EB5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3FAEDC-7D39-4473-96A2-46A0A4CDB149}" type="doc">
      <dgm:prSet loTypeId="urn:microsoft.com/office/officeart/2005/8/layout/vProcess5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42988E8-EA0E-46C4-815B-02A09DC1723F}">
      <dgm:prSet/>
      <dgm:spPr/>
      <dgm:t>
        <a:bodyPr/>
        <a:lstStyle/>
        <a:p>
          <a:r>
            <a:rPr lang="en-US"/>
            <a:t>Lack of investment in training can blindside team with inprepared change</a:t>
          </a:r>
        </a:p>
      </dgm:t>
    </dgm:pt>
    <dgm:pt modelId="{CF871742-9875-4D19-ADA4-4C5908A25BB1}" type="parTrans" cxnId="{2A2ED43D-35CF-46A8-985E-67B39F2874A4}">
      <dgm:prSet/>
      <dgm:spPr/>
      <dgm:t>
        <a:bodyPr/>
        <a:lstStyle/>
        <a:p>
          <a:endParaRPr lang="en-US"/>
        </a:p>
      </dgm:t>
    </dgm:pt>
    <dgm:pt modelId="{4CE079C9-C8CD-45F5-A8DE-638EF4199796}" type="sibTrans" cxnId="{2A2ED43D-35CF-46A8-985E-67B39F2874A4}">
      <dgm:prSet/>
      <dgm:spPr/>
      <dgm:t>
        <a:bodyPr/>
        <a:lstStyle/>
        <a:p>
          <a:endParaRPr lang="en-US"/>
        </a:p>
      </dgm:t>
    </dgm:pt>
    <dgm:pt modelId="{15F07654-0EDF-4CCF-B558-37A3A9956FF4}">
      <dgm:prSet/>
      <dgm:spPr/>
      <dgm:t>
        <a:bodyPr/>
        <a:lstStyle/>
        <a:p>
          <a:r>
            <a:rPr lang="en-US"/>
            <a:t>Training provides employees with tools needed to adapt</a:t>
          </a:r>
        </a:p>
      </dgm:t>
    </dgm:pt>
    <dgm:pt modelId="{47B2AD34-6752-4565-8D70-3A8958EF1CC0}" type="parTrans" cxnId="{647EBFBD-0642-4117-837B-FAE347BDCDFA}">
      <dgm:prSet/>
      <dgm:spPr/>
      <dgm:t>
        <a:bodyPr/>
        <a:lstStyle/>
        <a:p>
          <a:endParaRPr lang="en-US"/>
        </a:p>
      </dgm:t>
    </dgm:pt>
    <dgm:pt modelId="{A21A4DAE-40D3-4ACC-AB08-3D4FAE404038}" type="sibTrans" cxnId="{647EBFBD-0642-4117-837B-FAE347BDCDFA}">
      <dgm:prSet/>
      <dgm:spPr/>
      <dgm:t>
        <a:bodyPr/>
        <a:lstStyle/>
        <a:p>
          <a:endParaRPr lang="en-US"/>
        </a:p>
      </dgm:t>
    </dgm:pt>
    <dgm:pt modelId="{D58B62F2-297B-4C68-B834-078F60BA5403}" type="pres">
      <dgm:prSet presAssocID="{3E3FAEDC-7D39-4473-96A2-46A0A4CDB149}" presName="outerComposite" presStyleCnt="0">
        <dgm:presLayoutVars>
          <dgm:chMax val="5"/>
          <dgm:dir/>
          <dgm:resizeHandles val="exact"/>
        </dgm:presLayoutVars>
      </dgm:prSet>
      <dgm:spPr/>
    </dgm:pt>
    <dgm:pt modelId="{118E2DA2-C849-4288-B5AC-E019B2376BB2}" type="pres">
      <dgm:prSet presAssocID="{3E3FAEDC-7D39-4473-96A2-46A0A4CDB149}" presName="dummyMaxCanvas" presStyleCnt="0">
        <dgm:presLayoutVars/>
      </dgm:prSet>
      <dgm:spPr/>
    </dgm:pt>
    <dgm:pt modelId="{6DD94246-9BB5-4495-8BD2-B35C747959BA}" type="pres">
      <dgm:prSet presAssocID="{3E3FAEDC-7D39-4473-96A2-46A0A4CDB149}" presName="TwoNodes_1" presStyleLbl="node1" presStyleIdx="0" presStyleCnt="2">
        <dgm:presLayoutVars>
          <dgm:bulletEnabled val="1"/>
        </dgm:presLayoutVars>
      </dgm:prSet>
      <dgm:spPr/>
    </dgm:pt>
    <dgm:pt modelId="{80427386-28ED-4890-BBFD-BA0A7E725C4A}" type="pres">
      <dgm:prSet presAssocID="{3E3FAEDC-7D39-4473-96A2-46A0A4CDB149}" presName="TwoNodes_2" presStyleLbl="node1" presStyleIdx="1" presStyleCnt="2">
        <dgm:presLayoutVars>
          <dgm:bulletEnabled val="1"/>
        </dgm:presLayoutVars>
      </dgm:prSet>
      <dgm:spPr/>
    </dgm:pt>
    <dgm:pt modelId="{4D8D853F-BA9C-469F-8990-D7A44AA4CF71}" type="pres">
      <dgm:prSet presAssocID="{3E3FAEDC-7D39-4473-96A2-46A0A4CDB149}" presName="TwoConn_1-2" presStyleLbl="fgAccFollowNode1" presStyleIdx="0" presStyleCnt="1">
        <dgm:presLayoutVars>
          <dgm:bulletEnabled val="1"/>
        </dgm:presLayoutVars>
      </dgm:prSet>
      <dgm:spPr/>
    </dgm:pt>
    <dgm:pt modelId="{553B0C20-2027-4263-8C43-A782F6FAC472}" type="pres">
      <dgm:prSet presAssocID="{3E3FAEDC-7D39-4473-96A2-46A0A4CDB149}" presName="TwoNodes_1_text" presStyleLbl="node1" presStyleIdx="1" presStyleCnt="2">
        <dgm:presLayoutVars>
          <dgm:bulletEnabled val="1"/>
        </dgm:presLayoutVars>
      </dgm:prSet>
      <dgm:spPr/>
    </dgm:pt>
    <dgm:pt modelId="{12DBC185-EF3B-4D7B-A709-5178A3B84532}" type="pres">
      <dgm:prSet presAssocID="{3E3FAEDC-7D39-4473-96A2-46A0A4CDB149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E0564B26-EFE8-46F6-A386-65475B5C839A}" type="presOf" srcId="{3E3FAEDC-7D39-4473-96A2-46A0A4CDB149}" destId="{D58B62F2-297B-4C68-B834-078F60BA5403}" srcOrd="0" destOrd="0" presId="urn:microsoft.com/office/officeart/2005/8/layout/vProcess5"/>
    <dgm:cxn modelId="{E6BB303C-084C-42F4-8E5A-85B1DBB59D12}" type="presOf" srcId="{15F07654-0EDF-4CCF-B558-37A3A9956FF4}" destId="{80427386-28ED-4890-BBFD-BA0A7E725C4A}" srcOrd="0" destOrd="0" presId="urn:microsoft.com/office/officeart/2005/8/layout/vProcess5"/>
    <dgm:cxn modelId="{2A2ED43D-35CF-46A8-985E-67B39F2874A4}" srcId="{3E3FAEDC-7D39-4473-96A2-46A0A4CDB149}" destId="{D42988E8-EA0E-46C4-815B-02A09DC1723F}" srcOrd="0" destOrd="0" parTransId="{CF871742-9875-4D19-ADA4-4C5908A25BB1}" sibTransId="{4CE079C9-C8CD-45F5-A8DE-638EF4199796}"/>
    <dgm:cxn modelId="{7DC0E96B-9F09-4527-9FC3-B38D1D752993}" type="presOf" srcId="{D42988E8-EA0E-46C4-815B-02A09DC1723F}" destId="{553B0C20-2027-4263-8C43-A782F6FAC472}" srcOrd="1" destOrd="0" presId="urn:microsoft.com/office/officeart/2005/8/layout/vProcess5"/>
    <dgm:cxn modelId="{80246396-9F4B-4B99-A0AE-51404B5E2CAB}" type="presOf" srcId="{15F07654-0EDF-4CCF-B558-37A3A9956FF4}" destId="{12DBC185-EF3B-4D7B-A709-5178A3B84532}" srcOrd="1" destOrd="0" presId="urn:microsoft.com/office/officeart/2005/8/layout/vProcess5"/>
    <dgm:cxn modelId="{4A1EA2A4-1140-4C30-B2E2-BF72C0AAEF21}" type="presOf" srcId="{D42988E8-EA0E-46C4-815B-02A09DC1723F}" destId="{6DD94246-9BB5-4495-8BD2-B35C747959BA}" srcOrd="0" destOrd="0" presId="urn:microsoft.com/office/officeart/2005/8/layout/vProcess5"/>
    <dgm:cxn modelId="{647EBFBD-0642-4117-837B-FAE347BDCDFA}" srcId="{3E3FAEDC-7D39-4473-96A2-46A0A4CDB149}" destId="{15F07654-0EDF-4CCF-B558-37A3A9956FF4}" srcOrd="1" destOrd="0" parTransId="{47B2AD34-6752-4565-8D70-3A8958EF1CC0}" sibTransId="{A21A4DAE-40D3-4ACC-AB08-3D4FAE404038}"/>
    <dgm:cxn modelId="{0AEA0ADE-146A-40BD-87D4-6DC254949B31}" type="presOf" srcId="{4CE079C9-C8CD-45F5-A8DE-638EF4199796}" destId="{4D8D853F-BA9C-469F-8990-D7A44AA4CF71}" srcOrd="0" destOrd="0" presId="urn:microsoft.com/office/officeart/2005/8/layout/vProcess5"/>
    <dgm:cxn modelId="{A4A65D47-2140-4748-B4C1-1B75B9A738C9}" type="presParOf" srcId="{D58B62F2-297B-4C68-B834-078F60BA5403}" destId="{118E2DA2-C849-4288-B5AC-E019B2376BB2}" srcOrd="0" destOrd="0" presId="urn:microsoft.com/office/officeart/2005/8/layout/vProcess5"/>
    <dgm:cxn modelId="{06D25FBD-65E7-4C98-B8DF-E5C326058DBB}" type="presParOf" srcId="{D58B62F2-297B-4C68-B834-078F60BA5403}" destId="{6DD94246-9BB5-4495-8BD2-B35C747959BA}" srcOrd="1" destOrd="0" presId="urn:microsoft.com/office/officeart/2005/8/layout/vProcess5"/>
    <dgm:cxn modelId="{B633122F-0A8D-40CC-A0B8-8A7C0AA37A31}" type="presParOf" srcId="{D58B62F2-297B-4C68-B834-078F60BA5403}" destId="{80427386-28ED-4890-BBFD-BA0A7E725C4A}" srcOrd="2" destOrd="0" presId="urn:microsoft.com/office/officeart/2005/8/layout/vProcess5"/>
    <dgm:cxn modelId="{647D0D14-213E-4707-ACAA-69B4D5ED7298}" type="presParOf" srcId="{D58B62F2-297B-4C68-B834-078F60BA5403}" destId="{4D8D853F-BA9C-469F-8990-D7A44AA4CF71}" srcOrd="3" destOrd="0" presId="urn:microsoft.com/office/officeart/2005/8/layout/vProcess5"/>
    <dgm:cxn modelId="{F3CFB491-B783-42A1-B4CE-01732998BAEE}" type="presParOf" srcId="{D58B62F2-297B-4C68-B834-078F60BA5403}" destId="{553B0C20-2027-4263-8C43-A782F6FAC472}" srcOrd="4" destOrd="0" presId="urn:microsoft.com/office/officeart/2005/8/layout/vProcess5"/>
    <dgm:cxn modelId="{7CE62E2E-0B62-40B6-A21D-6607B0CE1E6D}" type="presParOf" srcId="{D58B62F2-297B-4C68-B834-078F60BA5403}" destId="{12DBC185-EF3B-4D7B-A709-5178A3B84532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9376E8-672B-4AEF-A294-1755CBA93DB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EB8E86-903E-4D22-9AEF-5192D295B1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Budget can be a major issue in restricting this type of learning and growth</a:t>
          </a:r>
        </a:p>
      </dgm:t>
    </dgm:pt>
    <dgm:pt modelId="{A941F371-ED7F-48A4-90B1-C6C4E98EF298}" type="parTrans" cxnId="{44FCEA53-F4A5-49D5-B548-2A9CCDD25700}">
      <dgm:prSet/>
      <dgm:spPr/>
      <dgm:t>
        <a:bodyPr/>
        <a:lstStyle/>
        <a:p>
          <a:endParaRPr lang="en-US"/>
        </a:p>
      </dgm:t>
    </dgm:pt>
    <dgm:pt modelId="{3C7EC73E-F743-4EF3-83D6-53CD1C3480E9}" type="sibTrans" cxnId="{44FCEA53-F4A5-49D5-B548-2A9CCDD25700}">
      <dgm:prSet/>
      <dgm:spPr/>
      <dgm:t>
        <a:bodyPr/>
        <a:lstStyle/>
        <a:p>
          <a:endParaRPr lang="en-US"/>
        </a:p>
      </dgm:t>
    </dgm:pt>
    <dgm:pt modelId="{A78EFAF3-BF46-4D7A-BFA1-E36B7CD574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essential when building a just culture, however</a:t>
          </a:r>
        </a:p>
      </dgm:t>
    </dgm:pt>
    <dgm:pt modelId="{C4F14C4A-E8B2-495F-BC0C-FE0FC6A45C1A}" type="parTrans" cxnId="{7038D65F-7C98-4E63-92FD-6CA436536F87}">
      <dgm:prSet/>
      <dgm:spPr/>
      <dgm:t>
        <a:bodyPr/>
        <a:lstStyle/>
        <a:p>
          <a:endParaRPr lang="en-US"/>
        </a:p>
      </dgm:t>
    </dgm:pt>
    <dgm:pt modelId="{3F7176C5-4DE1-4FBF-8A2B-AC91F87BF5AB}" type="sibTrans" cxnId="{7038D65F-7C98-4E63-92FD-6CA436536F87}">
      <dgm:prSet/>
      <dgm:spPr/>
      <dgm:t>
        <a:bodyPr/>
        <a:lstStyle/>
        <a:p>
          <a:endParaRPr lang="en-US"/>
        </a:p>
      </dgm:t>
    </dgm:pt>
    <dgm:pt modelId="{528B89F8-9170-46E5-8920-367138DF50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Lack of investment can lead to barriers in progression and the halt of innovation</a:t>
          </a:r>
        </a:p>
      </dgm:t>
    </dgm:pt>
    <dgm:pt modelId="{C104AF83-C46B-4C10-9DB9-6E5748A91B7B}" type="parTrans" cxnId="{EDC80E6F-4548-44DA-916B-EF91CC26CA96}">
      <dgm:prSet/>
      <dgm:spPr/>
      <dgm:t>
        <a:bodyPr/>
        <a:lstStyle/>
        <a:p>
          <a:endParaRPr lang="en-US"/>
        </a:p>
      </dgm:t>
    </dgm:pt>
    <dgm:pt modelId="{A9B514E2-3FCA-4CD0-95E3-2DFA385C8896}" type="sibTrans" cxnId="{EDC80E6F-4548-44DA-916B-EF91CC26CA96}">
      <dgm:prSet/>
      <dgm:spPr/>
      <dgm:t>
        <a:bodyPr/>
        <a:lstStyle/>
        <a:p>
          <a:endParaRPr lang="en-US"/>
        </a:p>
      </dgm:t>
    </dgm:pt>
    <dgm:pt modelId="{42D94791-E9AB-495D-B73F-7E33EF7121CE}" type="pres">
      <dgm:prSet presAssocID="{AF9376E8-672B-4AEF-A294-1755CBA93DBF}" presName="root" presStyleCnt="0">
        <dgm:presLayoutVars>
          <dgm:dir/>
          <dgm:resizeHandles val="exact"/>
        </dgm:presLayoutVars>
      </dgm:prSet>
      <dgm:spPr/>
    </dgm:pt>
    <dgm:pt modelId="{3B513EE6-7D6D-44DC-87F7-0DEE630AC9AD}" type="pres">
      <dgm:prSet presAssocID="{72EB8E86-903E-4D22-9AEF-5192D295B1D0}" presName="compNode" presStyleCnt="0"/>
      <dgm:spPr/>
    </dgm:pt>
    <dgm:pt modelId="{DD54EAB5-2BF1-451C-A1F8-1D93FD9B2609}" type="pres">
      <dgm:prSet presAssocID="{72EB8E86-903E-4D22-9AEF-5192D295B1D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21F785D-6A15-4CC6-A3E0-6521157EB1E7}" type="pres">
      <dgm:prSet presAssocID="{72EB8E86-903E-4D22-9AEF-5192D295B1D0}" presName="spaceRect" presStyleCnt="0"/>
      <dgm:spPr/>
    </dgm:pt>
    <dgm:pt modelId="{E1473BE8-036A-44D5-87B8-16A36898D667}" type="pres">
      <dgm:prSet presAssocID="{72EB8E86-903E-4D22-9AEF-5192D295B1D0}" presName="textRect" presStyleLbl="revTx" presStyleIdx="0" presStyleCnt="3">
        <dgm:presLayoutVars>
          <dgm:chMax val="1"/>
          <dgm:chPref val="1"/>
        </dgm:presLayoutVars>
      </dgm:prSet>
      <dgm:spPr/>
    </dgm:pt>
    <dgm:pt modelId="{5448EBD2-186F-46E9-9D22-D11BB332194E}" type="pres">
      <dgm:prSet presAssocID="{3C7EC73E-F743-4EF3-83D6-53CD1C3480E9}" presName="sibTrans" presStyleCnt="0"/>
      <dgm:spPr/>
    </dgm:pt>
    <dgm:pt modelId="{1C1264EF-C119-46A2-9CA1-FD94253322E4}" type="pres">
      <dgm:prSet presAssocID="{A78EFAF3-BF46-4D7A-BFA1-E36B7CD574E1}" presName="compNode" presStyleCnt="0"/>
      <dgm:spPr/>
    </dgm:pt>
    <dgm:pt modelId="{F26FABE2-3D58-45F8-AC7C-9B3EECE8DCC3}" type="pres">
      <dgm:prSet presAssocID="{A78EFAF3-BF46-4D7A-BFA1-E36B7CD574E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A6B9383A-E88F-4ED2-9EA1-D25A8148A1CA}" type="pres">
      <dgm:prSet presAssocID="{A78EFAF3-BF46-4D7A-BFA1-E36B7CD574E1}" presName="spaceRect" presStyleCnt="0"/>
      <dgm:spPr/>
    </dgm:pt>
    <dgm:pt modelId="{FF3C9ADC-5197-4121-BFCC-2B7A98844F83}" type="pres">
      <dgm:prSet presAssocID="{A78EFAF3-BF46-4D7A-BFA1-E36B7CD574E1}" presName="textRect" presStyleLbl="revTx" presStyleIdx="1" presStyleCnt="3">
        <dgm:presLayoutVars>
          <dgm:chMax val="1"/>
          <dgm:chPref val="1"/>
        </dgm:presLayoutVars>
      </dgm:prSet>
      <dgm:spPr/>
    </dgm:pt>
    <dgm:pt modelId="{31DDB931-9659-4E02-AFC5-13D473FFF3C1}" type="pres">
      <dgm:prSet presAssocID="{3F7176C5-4DE1-4FBF-8A2B-AC91F87BF5AB}" presName="sibTrans" presStyleCnt="0"/>
      <dgm:spPr/>
    </dgm:pt>
    <dgm:pt modelId="{7E2045E9-83CE-4C04-9837-B17E87E23257}" type="pres">
      <dgm:prSet presAssocID="{528B89F8-9170-46E5-8920-367138DF509C}" presName="compNode" presStyleCnt="0"/>
      <dgm:spPr/>
    </dgm:pt>
    <dgm:pt modelId="{8CD4E235-F64B-4FFF-92FC-C379379AA573}" type="pres">
      <dgm:prSet presAssocID="{528B89F8-9170-46E5-8920-367138DF509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6B1DCDA-B3F2-4957-BF14-D5674CDD0B35}" type="pres">
      <dgm:prSet presAssocID="{528B89F8-9170-46E5-8920-367138DF509C}" presName="spaceRect" presStyleCnt="0"/>
      <dgm:spPr/>
    </dgm:pt>
    <dgm:pt modelId="{16830176-5EFD-4F74-A706-84D10E346D32}" type="pres">
      <dgm:prSet presAssocID="{528B89F8-9170-46E5-8920-367138DF509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3F3C528-C348-446D-A352-D98541EB4730}" type="presOf" srcId="{AF9376E8-672B-4AEF-A294-1755CBA93DBF}" destId="{42D94791-E9AB-495D-B73F-7E33EF7121CE}" srcOrd="0" destOrd="0" presId="urn:microsoft.com/office/officeart/2018/2/layout/IconLabelList"/>
    <dgm:cxn modelId="{E35A675D-734C-4692-8840-46C3F472A658}" type="presOf" srcId="{72EB8E86-903E-4D22-9AEF-5192D295B1D0}" destId="{E1473BE8-036A-44D5-87B8-16A36898D667}" srcOrd="0" destOrd="0" presId="urn:microsoft.com/office/officeart/2018/2/layout/IconLabelList"/>
    <dgm:cxn modelId="{7038D65F-7C98-4E63-92FD-6CA436536F87}" srcId="{AF9376E8-672B-4AEF-A294-1755CBA93DBF}" destId="{A78EFAF3-BF46-4D7A-BFA1-E36B7CD574E1}" srcOrd="1" destOrd="0" parTransId="{C4F14C4A-E8B2-495F-BC0C-FE0FC6A45C1A}" sibTransId="{3F7176C5-4DE1-4FBF-8A2B-AC91F87BF5AB}"/>
    <dgm:cxn modelId="{EDC80E6F-4548-44DA-916B-EF91CC26CA96}" srcId="{AF9376E8-672B-4AEF-A294-1755CBA93DBF}" destId="{528B89F8-9170-46E5-8920-367138DF509C}" srcOrd="2" destOrd="0" parTransId="{C104AF83-C46B-4C10-9DB9-6E5748A91B7B}" sibTransId="{A9B514E2-3FCA-4CD0-95E3-2DFA385C8896}"/>
    <dgm:cxn modelId="{44FCEA53-F4A5-49D5-B548-2A9CCDD25700}" srcId="{AF9376E8-672B-4AEF-A294-1755CBA93DBF}" destId="{72EB8E86-903E-4D22-9AEF-5192D295B1D0}" srcOrd="0" destOrd="0" parTransId="{A941F371-ED7F-48A4-90B1-C6C4E98EF298}" sibTransId="{3C7EC73E-F743-4EF3-83D6-53CD1C3480E9}"/>
    <dgm:cxn modelId="{072BC7CF-20EC-406F-94D3-6D076F10E0C6}" type="presOf" srcId="{528B89F8-9170-46E5-8920-367138DF509C}" destId="{16830176-5EFD-4F74-A706-84D10E346D32}" srcOrd="0" destOrd="0" presId="urn:microsoft.com/office/officeart/2018/2/layout/IconLabelList"/>
    <dgm:cxn modelId="{75FCDBD0-58B8-41C6-8195-8F3F6022371C}" type="presOf" srcId="{A78EFAF3-BF46-4D7A-BFA1-E36B7CD574E1}" destId="{FF3C9ADC-5197-4121-BFCC-2B7A98844F83}" srcOrd="0" destOrd="0" presId="urn:microsoft.com/office/officeart/2018/2/layout/IconLabelList"/>
    <dgm:cxn modelId="{B63C08B7-639A-4613-8F4A-A60855A1BABC}" type="presParOf" srcId="{42D94791-E9AB-495D-B73F-7E33EF7121CE}" destId="{3B513EE6-7D6D-44DC-87F7-0DEE630AC9AD}" srcOrd="0" destOrd="0" presId="urn:microsoft.com/office/officeart/2018/2/layout/IconLabelList"/>
    <dgm:cxn modelId="{5695C2EC-9D1A-4E7E-BCEF-C3F9DAF491C9}" type="presParOf" srcId="{3B513EE6-7D6D-44DC-87F7-0DEE630AC9AD}" destId="{DD54EAB5-2BF1-451C-A1F8-1D93FD9B2609}" srcOrd="0" destOrd="0" presId="urn:microsoft.com/office/officeart/2018/2/layout/IconLabelList"/>
    <dgm:cxn modelId="{9A4D328B-1474-4773-82DA-3C928B2469CD}" type="presParOf" srcId="{3B513EE6-7D6D-44DC-87F7-0DEE630AC9AD}" destId="{B21F785D-6A15-4CC6-A3E0-6521157EB1E7}" srcOrd="1" destOrd="0" presId="urn:microsoft.com/office/officeart/2018/2/layout/IconLabelList"/>
    <dgm:cxn modelId="{ED742983-46F7-47C5-9EE4-5AF33592F9DC}" type="presParOf" srcId="{3B513EE6-7D6D-44DC-87F7-0DEE630AC9AD}" destId="{E1473BE8-036A-44D5-87B8-16A36898D667}" srcOrd="2" destOrd="0" presId="urn:microsoft.com/office/officeart/2018/2/layout/IconLabelList"/>
    <dgm:cxn modelId="{B3C844FC-11DD-4778-A88C-7D4F8EE0A743}" type="presParOf" srcId="{42D94791-E9AB-495D-B73F-7E33EF7121CE}" destId="{5448EBD2-186F-46E9-9D22-D11BB332194E}" srcOrd="1" destOrd="0" presId="urn:microsoft.com/office/officeart/2018/2/layout/IconLabelList"/>
    <dgm:cxn modelId="{9C471922-B037-498D-81F6-1BC2C5BD3E2B}" type="presParOf" srcId="{42D94791-E9AB-495D-B73F-7E33EF7121CE}" destId="{1C1264EF-C119-46A2-9CA1-FD94253322E4}" srcOrd="2" destOrd="0" presId="urn:microsoft.com/office/officeart/2018/2/layout/IconLabelList"/>
    <dgm:cxn modelId="{EE475AE7-9626-4C9F-8EEE-3E227DEEA313}" type="presParOf" srcId="{1C1264EF-C119-46A2-9CA1-FD94253322E4}" destId="{F26FABE2-3D58-45F8-AC7C-9B3EECE8DCC3}" srcOrd="0" destOrd="0" presId="urn:microsoft.com/office/officeart/2018/2/layout/IconLabelList"/>
    <dgm:cxn modelId="{BC57104C-D87E-466A-AE83-60EB9F49EB98}" type="presParOf" srcId="{1C1264EF-C119-46A2-9CA1-FD94253322E4}" destId="{A6B9383A-E88F-4ED2-9EA1-D25A8148A1CA}" srcOrd="1" destOrd="0" presId="urn:microsoft.com/office/officeart/2018/2/layout/IconLabelList"/>
    <dgm:cxn modelId="{247B3D97-2BA1-4D5A-9C41-9B2A623504B2}" type="presParOf" srcId="{1C1264EF-C119-46A2-9CA1-FD94253322E4}" destId="{FF3C9ADC-5197-4121-BFCC-2B7A98844F83}" srcOrd="2" destOrd="0" presId="urn:microsoft.com/office/officeart/2018/2/layout/IconLabelList"/>
    <dgm:cxn modelId="{0F82948F-F452-459D-A204-0BA9EA154C8F}" type="presParOf" srcId="{42D94791-E9AB-495D-B73F-7E33EF7121CE}" destId="{31DDB931-9659-4E02-AFC5-13D473FFF3C1}" srcOrd="3" destOrd="0" presId="urn:microsoft.com/office/officeart/2018/2/layout/IconLabelList"/>
    <dgm:cxn modelId="{5C835AEF-96E5-47D1-AB79-B5DF3BCE4864}" type="presParOf" srcId="{42D94791-E9AB-495D-B73F-7E33EF7121CE}" destId="{7E2045E9-83CE-4C04-9837-B17E87E23257}" srcOrd="4" destOrd="0" presId="urn:microsoft.com/office/officeart/2018/2/layout/IconLabelList"/>
    <dgm:cxn modelId="{4FD8EA6A-B345-4836-BC17-C65C9F53528A}" type="presParOf" srcId="{7E2045E9-83CE-4C04-9837-B17E87E23257}" destId="{8CD4E235-F64B-4FFF-92FC-C379379AA573}" srcOrd="0" destOrd="0" presId="urn:microsoft.com/office/officeart/2018/2/layout/IconLabelList"/>
    <dgm:cxn modelId="{FF4D1B91-E8A0-429B-AD0E-8FB70DF5EADB}" type="presParOf" srcId="{7E2045E9-83CE-4C04-9837-B17E87E23257}" destId="{C6B1DCDA-B3F2-4957-BF14-D5674CDD0B35}" srcOrd="1" destOrd="0" presId="urn:microsoft.com/office/officeart/2018/2/layout/IconLabelList"/>
    <dgm:cxn modelId="{05116605-AB50-4AF8-B465-44758550E322}" type="presParOf" srcId="{7E2045E9-83CE-4C04-9837-B17E87E23257}" destId="{16830176-5EFD-4F74-A706-84D10E346D3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2A1FB5-81D4-41AD-8258-ECA2FD5F45FD}">
      <dsp:nvSpPr>
        <dsp:cNvPr id="0" name=""/>
        <dsp:cNvSpPr/>
      </dsp:nvSpPr>
      <dsp:spPr>
        <a:xfrm>
          <a:off x="681337" y="374184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B74353-72D7-4CFC-AD14-22256209CA54}">
      <dsp:nvSpPr>
        <dsp:cNvPr id="0" name=""/>
        <dsp:cNvSpPr/>
      </dsp:nvSpPr>
      <dsp:spPr>
        <a:xfrm>
          <a:off x="1076212" y="769059"/>
          <a:ext cx="1063125" cy="1063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41BE5F-4529-4826-B819-6F6696334442}">
      <dsp:nvSpPr>
        <dsp:cNvPr id="0" name=""/>
        <dsp:cNvSpPr/>
      </dsp:nvSpPr>
      <dsp:spPr>
        <a:xfrm>
          <a:off x="89024" y="2804184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Promoting an environment of continuous improvement and knowledge sharing</a:t>
          </a:r>
        </a:p>
      </dsp:txBody>
      <dsp:txXfrm>
        <a:off x="89024" y="2804184"/>
        <a:ext cx="3037500" cy="720000"/>
      </dsp:txXfrm>
    </dsp:sp>
    <dsp:sp modelId="{25734BD2-CF62-4787-BA20-A083F1D55271}">
      <dsp:nvSpPr>
        <dsp:cNvPr id="0" name=""/>
        <dsp:cNvSpPr/>
      </dsp:nvSpPr>
      <dsp:spPr>
        <a:xfrm>
          <a:off x="4250400" y="374184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D68953-355F-4651-B525-A25229C7453B}">
      <dsp:nvSpPr>
        <dsp:cNvPr id="0" name=""/>
        <dsp:cNvSpPr/>
      </dsp:nvSpPr>
      <dsp:spPr>
        <a:xfrm>
          <a:off x="4645275" y="769059"/>
          <a:ext cx="1063125" cy="1063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BDA35-CCD3-47D6-A3B4-B38E5C61C483}">
      <dsp:nvSpPr>
        <dsp:cNvPr id="0" name=""/>
        <dsp:cNvSpPr/>
      </dsp:nvSpPr>
      <dsp:spPr>
        <a:xfrm>
          <a:off x="3658087" y="2804184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Focuses on accountability and blameless environments where mistakes are learning opportunities</a:t>
          </a:r>
        </a:p>
      </dsp:txBody>
      <dsp:txXfrm>
        <a:off x="3658087" y="2804184"/>
        <a:ext cx="3037500" cy="720000"/>
      </dsp:txXfrm>
    </dsp:sp>
    <dsp:sp modelId="{09EC3E90-4E74-40A3-BAE4-8F2A5492C77B}">
      <dsp:nvSpPr>
        <dsp:cNvPr id="0" name=""/>
        <dsp:cNvSpPr/>
      </dsp:nvSpPr>
      <dsp:spPr>
        <a:xfrm>
          <a:off x="7819462" y="374184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72691-180C-4759-97C6-709DE1FFCA0E}">
      <dsp:nvSpPr>
        <dsp:cNvPr id="0" name=""/>
        <dsp:cNvSpPr/>
      </dsp:nvSpPr>
      <dsp:spPr>
        <a:xfrm>
          <a:off x="8214337" y="769059"/>
          <a:ext cx="1063125" cy="1063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93339-BD5B-4D58-9C16-AD3CFCD8533A}">
      <dsp:nvSpPr>
        <dsp:cNvPr id="0" name=""/>
        <dsp:cNvSpPr/>
      </dsp:nvSpPr>
      <dsp:spPr>
        <a:xfrm>
          <a:off x="7227150" y="2804184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Encourages the collaboration of team members and continuous questioning without fear</a:t>
          </a:r>
        </a:p>
      </dsp:txBody>
      <dsp:txXfrm>
        <a:off x="7227150" y="2804184"/>
        <a:ext cx="30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B4B269-E07C-4FE4-B161-71CC3EAB6B14}">
      <dsp:nvSpPr>
        <dsp:cNvPr id="0" name=""/>
        <dsp:cNvSpPr/>
      </dsp:nvSpPr>
      <dsp:spPr>
        <a:xfrm>
          <a:off x="0" y="475"/>
          <a:ext cx="10353675" cy="11135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E4872-2114-4BF6-880B-D6704D4548D0}">
      <dsp:nvSpPr>
        <dsp:cNvPr id="0" name=""/>
        <dsp:cNvSpPr/>
      </dsp:nvSpPr>
      <dsp:spPr>
        <a:xfrm>
          <a:off x="336848" y="251024"/>
          <a:ext cx="612451" cy="6124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499EE-24BC-4DBE-BEBF-840FD4B3A744}">
      <dsp:nvSpPr>
        <dsp:cNvPr id="0" name=""/>
        <dsp:cNvSpPr/>
      </dsp:nvSpPr>
      <dsp:spPr>
        <a:xfrm>
          <a:off x="1286147" y="475"/>
          <a:ext cx="9067527" cy="111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850" tIns="117850" rIns="117850" bIns="1178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Concept prevents people from owning mistakes and sharing what they learned from them</a:t>
          </a:r>
        </a:p>
      </dsp:txBody>
      <dsp:txXfrm>
        <a:off x="1286147" y="475"/>
        <a:ext cx="9067527" cy="1113547"/>
      </dsp:txXfrm>
    </dsp:sp>
    <dsp:sp modelId="{851FC379-8113-4832-87BB-40D446E69436}">
      <dsp:nvSpPr>
        <dsp:cNvPr id="0" name=""/>
        <dsp:cNvSpPr/>
      </dsp:nvSpPr>
      <dsp:spPr>
        <a:xfrm>
          <a:off x="0" y="1392410"/>
          <a:ext cx="10353675" cy="111354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4229B1-53EE-44D9-987F-29B6FDEB7D10}">
      <dsp:nvSpPr>
        <dsp:cNvPr id="0" name=""/>
        <dsp:cNvSpPr/>
      </dsp:nvSpPr>
      <dsp:spPr>
        <a:xfrm>
          <a:off x="336848" y="1642958"/>
          <a:ext cx="612451" cy="6124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8A74A-EBAB-4B8A-94C2-AD77BD55F979}">
      <dsp:nvSpPr>
        <dsp:cNvPr id="0" name=""/>
        <dsp:cNvSpPr/>
      </dsp:nvSpPr>
      <dsp:spPr>
        <a:xfrm>
          <a:off x="1286147" y="1392410"/>
          <a:ext cx="9067527" cy="111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850" tIns="117850" rIns="117850" bIns="1178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can reduce the flow of information, which can hinder the learning process for the rest of the team</a:t>
          </a:r>
        </a:p>
      </dsp:txBody>
      <dsp:txXfrm>
        <a:off x="1286147" y="1392410"/>
        <a:ext cx="9067527" cy="1113547"/>
      </dsp:txXfrm>
    </dsp:sp>
    <dsp:sp modelId="{8648AECC-5DAC-4B71-B90A-F5D9DE7E830E}">
      <dsp:nvSpPr>
        <dsp:cNvPr id="0" name=""/>
        <dsp:cNvSpPr/>
      </dsp:nvSpPr>
      <dsp:spPr>
        <a:xfrm>
          <a:off x="0" y="2784345"/>
          <a:ext cx="10353675" cy="111354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3648B-F6A4-4492-B770-0EBA26879ED5}">
      <dsp:nvSpPr>
        <dsp:cNvPr id="0" name=""/>
        <dsp:cNvSpPr/>
      </dsp:nvSpPr>
      <dsp:spPr>
        <a:xfrm>
          <a:off x="336848" y="3034893"/>
          <a:ext cx="612451" cy="6124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059CD-0751-4610-8ED3-D76DB3C5D26B}">
      <dsp:nvSpPr>
        <dsp:cNvPr id="0" name=""/>
        <dsp:cNvSpPr/>
      </dsp:nvSpPr>
      <dsp:spPr>
        <a:xfrm>
          <a:off x="1286147" y="2784345"/>
          <a:ext cx="9067527" cy="111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850" tIns="117850" rIns="117850" bIns="1178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just culture aims to eliminate this to focus on problem solving and learning</a:t>
          </a:r>
        </a:p>
      </dsp:txBody>
      <dsp:txXfrm>
        <a:off x="1286147" y="2784345"/>
        <a:ext cx="9067527" cy="11135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F73A2C-C215-4F29-B0BC-E43FA083EE98}">
      <dsp:nvSpPr>
        <dsp:cNvPr id="0" name=""/>
        <dsp:cNvSpPr/>
      </dsp:nvSpPr>
      <dsp:spPr>
        <a:xfrm>
          <a:off x="1263" y="306556"/>
          <a:ext cx="4436205" cy="2816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F786AB-7570-4B35-B87E-13B6FC7DF5D2}">
      <dsp:nvSpPr>
        <dsp:cNvPr id="0" name=""/>
        <dsp:cNvSpPr/>
      </dsp:nvSpPr>
      <dsp:spPr>
        <a:xfrm>
          <a:off x="494175" y="774822"/>
          <a:ext cx="4436205" cy="28169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Leaders are crucial for the optics of establishing a just culture by being the model for best practice behavior</a:t>
          </a:r>
        </a:p>
      </dsp:txBody>
      <dsp:txXfrm>
        <a:off x="576682" y="857329"/>
        <a:ext cx="4271191" cy="2651976"/>
      </dsp:txXfrm>
    </dsp:sp>
    <dsp:sp modelId="{20D7E6C1-ACFA-458E-89D6-2C507A70D598}">
      <dsp:nvSpPr>
        <dsp:cNvPr id="0" name=""/>
        <dsp:cNvSpPr/>
      </dsp:nvSpPr>
      <dsp:spPr>
        <a:xfrm>
          <a:off x="5423293" y="306556"/>
          <a:ext cx="4436205" cy="2816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52D286-B36B-431D-8D1A-7370C1F15694}">
      <dsp:nvSpPr>
        <dsp:cNvPr id="0" name=""/>
        <dsp:cNvSpPr/>
      </dsp:nvSpPr>
      <dsp:spPr>
        <a:xfrm>
          <a:off x="5916205" y="774822"/>
          <a:ext cx="4436205" cy="28169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If they do not cooperate it can affect the employee morale and culture</a:t>
          </a:r>
        </a:p>
      </dsp:txBody>
      <dsp:txXfrm>
        <a:off x="5998712" y="857329"/>
        <a:ext cx="4271191" cy="26519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94246-9BB5-4495-8BD2-B35C747959BA}">
      <dsp:nvSpPr>
        <dsp:cNvPr id="0" name=""/>
        <dsp:cNvSpPr/>
      </dsp:nvSpPr>
      <dsp:spPr>
        <a:xfrm>
          <a:off x="0" y="0"/>
          <a:ext cx="5326109" cy="22047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Lack of investment in training can blindside team with inprepared change</a:t>
          </a:r>
        </a:p>
      </dsp:txBody>
      <dsp:txXfrm>
        <a:off x="64576" y="64576"/>
        <a:ext cx="3047281" cy="2075644"/>
      </dsp:txXfrm>
    </dsp:sp>
    <dsp:sp modelId="{80427386-28ED-4890-BBFD-BA0A7E725C4A}">
      <dsp:nvSpPr>
        <dsp:cNvPr id="0" name=""/>
        <dsp:cNvSpPr/>
      </dsp:nvSpPr>
      <dsp:spPr>
        <a:xfrm>
          <a:off x="939901" y="2694750"/>
          <a:ext cx="5326109" cy="22047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603047"/>
                <a:satOff val="-18876"/>
                <a:lumOff val="12549"/>
                <a:alphaOff val="0"/>
                <a:tint val="96000"/>
                <a:lumMod val="104000"/>
              </a:schemeClr>
            </a:gs>
            <a:gs pos="100000">
              <a:schemeClr val="accent5">
                <a:hueOff val="1603047"/>
                <a:satOff val="-18876"/>
                <a:lumOff val="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Training provides employees with tools needed to adapt</a:t>
          </a:r>
        </a:p>
      </dsp:txBody>
      <dsp:txXfrm>
        <a:off x="1004477" y="2759326"/>
        <a:ext cx="2823938" cy="2075644"/>
      </dsp:txXfrm>
    </dsp:sp>
    <dsp:sp modelId="{4D8D853F-BA9C-469F-8990-D7A44AA4CF71}">
      <dsp:nvSpPr>
        <dsp:cNvPr id="0" name=""/>
        <dsp:cNvSpPr/>
      </dsp:nvSpPr>
      <dsp:spPr>
        <a:xfrm>
          <a:off x="3892991" y="1733214"/>
          <a:ext cx="1433117" cy="143311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215442" y="1733214"/>
        <a:ext cx="788215" cy="10784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4EAB5-2BF1-451C-A1F8-1D93FD9B2609}">
      <dsp:nvSpPr>
        <dsp:cNvPr id="0" name=""/>
        <dsp:cNvSpPr/>
      </dsp:nvSpPr>
      <dsp:spPr>
        <a:xfrm>
          <a:off x="1159972" y="846270"/>
          <a:ext cx="1291149" cy="12911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73BE8-036A-44D5-87B8-16A36898D667}">
      <dsp:nvSpPr>
        <dsp:cNvPr id="0" name=""/>
        <dsp:cNvSpPr/>
      </dsp:nvSpPr>
      <dsp:spPr>
        <a:xfrm>
          <a:off x="370937" y="2492480"/>
          <a:ext cx="286922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Budget can be a major issue in restricting this type of learning and growth</a:t>
          </a:r>
        </a:p>
      </dsp:txBody>
      <dsp:txXfrm>
        <a:off x="370937" y="2492480"/>
        <a:ext cx="2869220" cy="720000"/>
      </dsp:txXfrm>
    </dsp:sp>
    <dsp:sp modelId="{F26FABE2-3D58-45F8-AC7C-9B3EECE8DCC3}">
      <dsp:nvSpPr>
        <dsp:cNvPr id="0" name=""/>
        <dsp:cNvSpPr/>
      </dsp:nvSpPr>
      <dsp:spPr>
        <a:xfrm>
          <a:off x="4531306" y="846270"/>
          <a:ext cx="1291149" cy="12911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C9ADC-5197-4121-BFCC-2B7A98844F83}">
      <dsp:nvSpPr>
        <dsp:cNvPr id="0" name=""/>
        <dsp:cNvSpPr/>
      </dsp:nvSpPr>
      <dsp:spPr>
        <a:xfrm>
          <a:off x="3742270" y="2492480"/>
          <a:ext cx="286922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is essential when building a just culture, however</a:t>
          </a:r>
        </a:p>
      </dsp:txBody>
      <dsp:txXfrm>
        <a:off x="3742270" y="2492480"/>
        <a:ext cx="2869220" cy="720000"/>
      </dsp:txXfrm>
    </dsp:sp>
    <dsp:sp modelId="{8CD4E235-F64B-4FFF-92FC-C379379AA573}">
      <dsp:nvSpPr>
        <dsp:cNvPr id="0" name=""/>
        <dsp:cNvSpPr/>
      </dsp:nvSpPr>
      <dsp:spPr>
        <a:xfrm>
          <a:off x="7902640" y="846270"/>
          <a:ext cx="1291149" cy="12911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830176-5EFD-4F74-A706-84D10E346D32}">
      <dsp:nvSpPr>
        <dsp:cNvPr id="0" name=""/>
        <dsp:cNvSpPr/>
      </dsp:nvSpPr>
      <dsp:spPr>
        <a:xfrm>
          <a:off x="7113604" y="2492480"/>
          <a:ext cx="286922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Lack of investment can lead to barriers in progression and the halt of innovation</a:t>
          </a:r>
        </a:p>
      </dsp:txBody>
      <dsp:txXfrm>
        <a:off x="7113604" y="2492480"/>
        <a:ext cx="286922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8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10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3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88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01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4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7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7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39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87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55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0687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48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55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15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95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2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4AA8F21-4425-4B06-ADEC-8AF50D3C5A0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1E07B35-B077-469E-B28E-2EE91DFCF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0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metal.io/resources/blog/how-to-create-a-devops-culture-in-your-workplace/?utm_source=chatgpt.com" TargetMode="External"/><Relationship Id="rId2" Type="http://schemas.openxmlformats.org/officeDocument/2006/relationships/hyperlink" Target="https://www.dasa.org/blog/developing-a-learning-culture-to-enhance-devops-success/?utm_source=chatgpt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76BAAA-75A1-48AA-B7DE-B6B80709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C0106-1BE9-331E-CD95-4571854E0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7428" y="1257301"/>
            <a:ext cx="2450127" cy="4343399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dirty="0"/>
              <a:t>Zachary Anderson</a:t>
            </a:r>
            <a:endParaRPr lang="en-US"/>
          </a:p>
          <a:p>
            <a:pPr algn="l"/>
            <a:r>
              <a:rPr lang="en-US" dirty="0"/>
              <a:t>2/27/26</a:t>
            </a:r>
            <a:endParaRPr lang="en-US"/>
          </a:p>
          <a:p>
            <a:pPr algn="l"/>
            <a:r>
              <a:rPr lang="en-US" dirty="0"/>
              <a:t>Mod9.2</a:t>
            </a:r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65A5F259-CDF7-4A15-A66C-A9939D23E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8386486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4AF09-864C-6B49-286F-7A014CF38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3795" y="1257301"/>
            <a:ext cx="6672865" cy="4343399"/>
          </a:xfrm>
        </p:spPr>
        <p:txBody>
          <a:bodyPr anchor="ctr">
            <a:normAutofit/>
          </a:bodyPr>
          <a:lstStyle/>
          <a:p>
            <a:r>
              <a:rPr lang="en-US" dirty="0"/>
              <a:t>Establishing a Just, Learning Culture</a:t>
            </a:r>
          </a:p>
        </p:txBody>
      </p:sp>
    </p:spTree>
    <p:extLst>
      <p:ext uri="{BB962C8B-B14F-4D97-AF65-F5344CB8AC3E}">
        <p14:creationId xmlns:p14="http://schemas.microsoft.com/office/powerpoint/2010/main" val="81103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1F87-A1AA-0672-46A8-9C74A1FB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What is Just Learning Culture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FB22FF-CF80-C1A0-5DFE-76EE31BF1C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668015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95654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ACF1C-833E-E681-092E-874365B06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Barrier 1: Fear of Blame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FAB260-7AAC-8A0D-7BC5-11FB264C33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845045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29128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C060-806D-E839-CBC5-DC0C561A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Barrier 2: Leadership Resistance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4C482B-7AFF-9B01-8272-628E949D98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0750115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72303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D6EC-B635-5D91-4B27-719DFC54F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Barrier 3: Lack of 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19D927-EAB0-22C4-14AB-8EE65E536B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9526115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5092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6BE29-0801-1BFD-EAC7-44092032E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US" sz="3600"/>
              <a:t>Barrier 4: Organizational Structure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08E46-152A-E09E-FBF1-0338279A2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r>
              <a:rPr lang="en-US" dirty="0"/>
              <a:t>Siloed structures can really hinder collaboration between team members</a:t>
            </a:r>
          </a:p>
          <a:p>
            <a:r>
              <a:rPr lang="en-US" dirty="0"/>
              <a:t>Cross-functional teams would help with this issue and support innovation</a:t>
            </a:r>
          </a:p>
          <a:p>
            <a:r>
              <a:rPr lang="en-US" dirty="0"/>
              <a:t>Continuous learning due to a flexible structure is essential for just system</a:t>
            </a:r>
          </a:p>
        </p:txBody>
      </p:sp>
    </p:spTree>
    <p:extLst>
      <p:ext uri="{BB962C8B-B14F-4D97-AF65-F5344CB8AC3E}">
        <p14:creationId xmlns:p14="http://schemas.microsoft.com/office/powerpoint/2010/main" val="1393555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422C-4249-2A20-1F04-650DCEDD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 5: Resource Constraints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4D7633-7CF2-3E48-BE2E-40A63D26BD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3795" y="1732449"/>
          <a:ext cx="10353762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0306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0D1771F-ABF7-3570-F81C-523D27C7C8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0069885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0638E4-8EEE-30B2-5E92-A9ABF677FD50}"/>
              </a:ext>
            </a:extLst>
          </p:cNvPr>
          <p:cNvSpPr txBox="1"/>
          <p:nvPr/>
        </p:nvSpPr>
        <p:spPr>
          <a:xfrm>
            <a:off x="1263535" y="232756"/>
            <a:ext cx="927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graph, it shows the potential growth for these concepts in the traditional culture</a:t>
            </a:r>
          </a:p>
        </p:txBody>
      </p:sp>
    </p:spTree>
    <p:extLst>
      <p:ext uri="{BB962C8B-B14F-4D97-AF65-F5344CB8AC3E}">
        <p14:creationId xmlns:p14="http://schemas.microsoft.com/office/powerpoint/2010/main" val="270636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7B25C-D9FA-F962-6E1C-24C689008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US" sz="3600"/>
              <a:t>Conclusion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B1D9-C313-1F36-FE86-539194541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r>
              <a:rPr lang="en-US" dirty="0"/>
              <a:t>A just learning culture is essential for continuous growth and innovation</a:t>
            </a:r>
          </a:p>
          <a:p>
            <a:r>
              <a:rPr lang="en-US" dirty="0"/>
              <a:t>Overcoming the listed barriers can enable teams to embrace feedback to improve their learning capabilities</a:t>
            </a:r>
          </a:p>
          <a:p>
            <a:r>
              <a:rPr lang="en-US" dirty="0"/>
              <a:t>Fostering a blameless culture and ensuring the right structure is present, organizations can really succeed</a:t>
            </a:r>
          </a:p>
        </p:txBody>
      </p:sp>
    </p:spTree>
    <p:extLst>
      <p:ext uri="{BB962C8B-B14F-4D97-AF65-F5344CB8AC3E}">
        <p14:creationId xmlns:p14="http://schemas.microsoft.com/office/powerpoint/2010/main" val="2943230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6F86-CE2E-E807-BB7D-77081F24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D4795-6B6B-4C90-6383-73CC7E84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Castro, C. E. (2023, June 30). </a:t>
            </a:r>
            <a:r>
              <a:rPr lang="en-US" i="1" dirty="0"/>
              <a:t>Developing a learning culture to enhance DevOps success</a:t>
            </a:r>
            <a:r>
              <a:rPr lang="en-US" dirty="0"/>
              <a:t>. DASA. </a:t>
            </a:r>
            <a:r>
              <a:rPr lang="en-US" u="sng" dirty="0">
                <a:hlinkClick r:id="rId2"/>
              </a:rPr>
              <a:t>https://www.dasa.org/blog/developing-a-learning-culture-to-enhance-devops-success/</a:t>
            </a:r>
            <a:endParaRPr lang="en-US" dirty="0"/>
          </a:p>
          <a:p>
            <a:r>
              <a:rPr lang="en-US" dirty="0"/>
              <a:t>Morley, L. (2026, February 5). </a:t>
            </a:r>
            <a:r>
              <a:rPr lang="en-US" i="1" dirty="0"/>
              <a:t>How to create a DevOps culture in your workplace</a:t>
            </a:r>
            <a:r>
              <a:rPr lang="en-US" dirty="0"/>
              <a:t>. </a:t>
            </a:r>
            <a:r>
              <a:rPr lang="en-US" dirty="0" err="1"/>
              <a:t>OpenMetal</a:t>
            </a:r>
            <a:r>
              <a:rPr lang="en-US" dirty="0"/>
              <a:t>. </a:t>
            </a:r>
            <a:r>
              <a:rPr lang="en-US" u="sng" dirty="0">
                <a:hlinkClick r:id="rId3"/>
              </a:rPr>
              <a:t>https://openmetal.io/resources/blog/how-to-create-a-devops-culture-in-your-workplace/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619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105</TotalTime>
  <Words>377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Wingdings 2</vt:lpstr>
      <vt:lpstr>Slate</vt:lpstr>
      <vt:lpstr>Establishing a Just, Learning Culture</vt:lpstr>
      <vt:lpstr>What is Just Learning Culture</vt:lpstr>
      <vt:lpstr>Barrier 1: Fear of Blame</vt:lpstr>
      <vt:lpstr>Barrier 2: Leadership Resistance</vt:lpstr>
      <vt:lpstr>Barrier 3: Lack of Training</vt:lpstr>
      <vt:lpstr>Barrier 4: Organizational Structure</vt:lpstr>
      <vt:lpstr>Barrier 5: Resource Constraints</vt:lpstr>
      <vt:lpstr>PowerPoint Presentation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Zachary Anderson</dc:creator>
  <cp:lastModifiedBy>Zachary Anderson</cp:lastModifiedBy>
  <cp:revision>5</cp:revision>
  <dcterms:created xsi:type="dcterms:W3CDTF">2026-02-28T06:39:05Z</dcterms:created>
  <dcterms:modified xsi:type="dcterms:W3CDTF">2026-03-01T10:03:01Z</dcterms:modified>
</cp:coreProperties>
</file>