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3" d="100"/>
          <a:sy n="63" d="100"/>
        </p:scale>
        <p:origin x="135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npage.com/devops-roles-and-responsibilities/" TargetMode="External"/><Relationship Id="rId2" Type="http://schemas.openxmlformats.org/officeDocument/2006/relationships/hyperlink" Target="https://www.pagerduty.com/resources/incident-management-response/learn/call-rotations-schedules/" TargetMode="External"/><Relationship Id="rId1" Type="http://schemas.openxmlformats.org/officeDocument/2006/relationships/hyperlink" Target="https://alertops.com/on-call-rotation/?utm_source=chatgpt.com" TargetMode="External"/><Relationship Id="rId5" Type="http://schemas.openxmlformats.org/officeDocument/2006/relationships/hyperlink" Target="https://chat.openai.com/" TargetMode="External"/><Relationship Id="rId4" Type="http://schemas.openxmlformats.org/officeDocument/2006/relationships/hyperlink" Target="https://pagertree.com/features/oncall-scheduler/" TargetMode="External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openai.com/" TargetMode="External"/><Relationship Id="rId2" Type="http://schemas.openxmlformats.org/officeDocument/2006/relationships/hyperlink" Target="https://www.onpage.com/devops-roles-and-responsibilities/" TargetMode="External"/><Relationship Id="rId1" Type="http://schemas.openxmlformats.org/officeDocument/2006/relationships/hyperlink" Target="https://alertops.com/on-call-rotation/?utm_source=chatgpt.com" TargetMode="External"/><Relationship Id="rId5" Type="http://schemas.openxmlformats.org/officeDocument/2006/relationships/hyperlink" Target="https://pagertree.com/features/oncall-scheduler/" TargetMode="External"/><Relationship Id="rId4" Type="http://schemas.openxmlformats.org/officeDocument/2006/relationships/hyperlink" Target="https://www.pagerduty.com/resources/incident-management-response/learn/call-rotations-schedules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A7B2D5-9412-49E3-9188-4A0DE5DD522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D8BE9798-49D8-4028-AC46-4BF79E159877}">
      <dgm:prSet/>
      <dgm:spPr/>
      <dgm:t>
        <a:bodyPr/>
        <a:lstStyle/>
        <a:p>
          <a:r>
            <a:rPr lang="en-US"/>
            <a:t>Automating scheduling, escalations, and overrides to reduce manual errors</a:t>
          </a:r>
        </a:p>
      </dgm:t>
    </dgm:pt>
    <dgm:pt modelId="{B3478351-D0F1-40A7-96C3-7C1D6637E5ED}" type="parTrans" cxnId="{59CF6E17-AF58-40DB-8870-A3D9A4FF55DF}">
      <dgm:prSet/>
      <dgm:spPr/>
      <dgm:t>
        <a:bodyPr/>
        <a:lstStyle/>
        <a:p>
          <a:endParaRPr lang="en-US"/>
        </a:p>
      </dgm:t>
    </dgm:pt>
    <dgm:pt modelId="{695CA0DD-DFFE-4469-A6C6-71133860DDB2}" type="sibTrans" cxnId="{59CF6E17-AF58-40DB-8870-A3D9A4FF55DF}">
      <dgm:prSet/>
      <dgm:spPr/>
      <dgm:t>
        <a:bodyPr/>
        <a:lstStyle/>
        <a:p>
          <a:endParaRPr lang="en-US"/>
        </a:p>
      </dgm:t>
    </dgm:pt>
    <dgm:pt modelId="{6C07B5AA-A46A-4153-B33B-F15341B8FB6B}">
      <dgm:prSet/>
      <dgm:spPr/>
      <dgm:t>
        <a:bodyPr/>
        <a:lstStyle/>
        <a:p>
          <a:r>
            <a:rPr lang="en-US"/>
            <a:t>Ensuring multi-time zone support</a:t>
          </a:r>
        </a:p>
      </dgm:t>
    </dgm:pt>
    <dgm:pt modelId="{8B30BE4F-2A11-4F9E-AFA9-C37C4165F549}" type="parTrans" cxnId="{5F1BF47C-D4E5-4184-BEEB-12C0B5612FF9}">
      <dgm:prSet/>
      <dgm:spPr/>
      <dgm:t>
        <a:bodyPr/>
        <a:lstStyle/>
        <a:p>
          <a:endParaRPr lang="en-US"/>
        </a:p>
      </dgm:t>
    </dgm:pt>
    <dgm:pt modelId="{8B085934-39E9-4498-A1DD-E61FBBBD224A}" type="sibTrans" cxnId="{5F1BF47C-D4E5-4184-BEEB-12C0B5612FF9}">
      <dgm:prSet/>
      <dgm:spPr/>
      <dgm:t>
        <a:bodyPr/>
        <a:lstStyle/>
        <a:p>
          <a:endParaRPr lang="en-US"/>
        </a:p>
      </dgm:t>
    </dgm:pt>
    <dgm:pt modelId="{A8447207-6604-4167-9BC9-D3F6C2F49F67}">
      <dgm:prSet/>
      <dgm:spPr/>
      <dgm:t>
        <a:bodyPr/>
        <a:lstStyle/>
        <a:p>
          <a:r>
            <a:rPr lang="en-US"/>
            <a:t>Meet compliance standards in regulated industries</a:t>
          </a:r>
        </a:p>
      </dgm:t>
    </dgm:pt>
    <dgm:pt modelId="{F33DCAF7-5FF6-4426-A3A0-3F7DDD88A790}" type="parTrans" cxnId="{3C4A9AF2-E863-4D2A-A478-61A6A26CE888}">
      <dgm:prSet/>
      <dgm:spPr/>
      <dgm:t>
        <a:bodyPr/>
        <a:lstStyle/>
        <a:p>
          <a:endParaRPr lang="en-US"/>
        </a:p>
      </dgm:t>
    </dgm:pt>
    <dgm:pt modelId="{E9889721-E10F-41DD-B1CF-00FFC4E1B521}" type="sibTrans" cxnId="{3C4A9AF2-E863-4D2A-A478-61A6A26CE888}">
      <dgm:prSet/>
      <dgm:spPr/>
      <dgm:t>
        <a:bodyPr/>
        <a:lstStyle/>
        <a:p>
          <a:endParaRPr lang="en-US"/>
        </a:p>
      </dgm:t>
    </dgm:pt>
    <dgm:pt modelId="{3B62006A-3101-4515-81F0-66A9890FD93A}">
      <dgm:prSet/>
      <dgm:spPr/>
      <dgm:t>
        <a:bodyPr/>
        <a:lstStyle/>
        <a:p>
          <a:r>
            <a:rPr lang="en-US"/>
            <a:t>Keep customers happy with rapid incident response</a:t>
          </a:r>
        </a:p>
      </dgm:t>
    </dgm:pt>
    <dgm:pt modelId="{68194264-8F59-4DDF-B86A-DA9106F878E7}" type="parTrans" cxnId="{87BC869F-8D94-4729-81A4-8EA87C2C1239}">
      <dgm:prSet/>
      <dgm:spPr/>
      <dgm:t>
        <a:bodyPr/>
        <a:lstStyle/>
        <a:p>
          <a:endParaRPr lang="en-US"/>
        </a:p>
      </dgm:t>
    </dgm:pt>
    <dgm:pt modelId="{0A4ED966-EBF6-41C5-AD13-7A47031F2638}" type="sibTrans" cxnId="{87BC869F-8D94-4729-81A4-8EA87C2C1239}">
      <dgm:prSet/>
      <dgm:spPr/>
      <dgm:t>
        <a:bodyPr/>
        <a:lstStyle/>
        <a:p>
          <a:endParaRPr lang="en-US"/>
        </a:p>
      </dgm:t>
    </dgm:pt>
    <dgm:pt modelId="{96EBDFD1-72CE-4F1D-97ED-F20AC645357A}" type="pres">
      <dgm:prSet presAssocID="{1CA7B2D5-9412-49E3-9188-4A0DE5DD5229}" presName="root" presStyleCnt="0">
        <dgm:presLayoutVars>
          <dgm:dir/>
          <dgm:resizeHandles val="exact"/>
        </dgm:presLayoutVars>
      </dgm:prSet>
      <dgm:spPr/>
    </dgm:pt>
    <dgm:pt modelId="{055A45F4-8A31-4540-84B5-4A7103D3208E}" type="pres">
      <dgm:prSet presAssocID="{1CA7B2D5-9412-49E3-9188-4A0DE5DD5229}" presName="container" presStyleCnt="0">
        <dgm:presLayoutVars>
          <dgm:dir/>
          <dgm:resizeHandles val="exact"/>
        </dgm:presLayoutVars>
      </dgm:prSet>
      <dgm:spPr/>
    </dgm:pt>
    <dgm:pt modelId="{C67E3416-D01B-4DDE-B6AC-4CA7BF36DEB4}" type="pres">
      <dgm:prSet presAssocID="{D8BE9798-49D8-4028-AC46-4BF79E159877}" presName="compNode" presStyleCnt="0"/>
      <dgm:spPr/>
    </dgm:pt>
    <dgm:pt modelId="{916D90C6-139E-40CF-9714-47AF68EB9F71}" type="pres">
      <dgm:prSet presAssocID="{D8BE9798-49D8-4028-AC46-4BF79E159877}" presName="iconBgRect" presStyleLbl="bgShp" presStyleIdx="0" presStyleCnt="4"/>
      <dgm:spPr/>
    </dgm:pt>
    <dgm:pt modelId="{10B114F7-DD1F-46F6-9D04-6134B1CCB7BF}" type="pres">
      <dgm:prSet presAssocID="{D8BE9798-49D8-4028-AC46-4BF79E15987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C0319A18-2D5D-4DCA-A804-F424A2835EE0}" type="pres">
      <dgm:prSet presAssocID="{D8BE9798-49D8-4028-AC46-4BF79E159877}" presName="spaceRect" presStyleCnt="0"/>
      <dgm:spPr/>
    </dgm:pt>
    <dgm:pt modelId="{8ACA9F52-B8D9-4772-A86B-8FF8E5D5528B}" type="pres">
      <dgm:prSet presAssocID="{D8BE9798-49D8-4028-AC46-4BF79E159877}" presName="textRect" presStyleLbl="revTx" presStyleIdx="0" presStyleCnt="4">
        <dgm:presLayoutVars>
          <dgm:chMax val="1"/>
          <dgm:chPref val="1"/>
        </dgm:presLayoutVars>
      </dgm:prSet>
      <dgm:spPr/>
    </dgm:pt>
    <dgm:pt modelId="{E2B2D138-9584-4BCF-8467-9B6A7D3681F6}" type="pres">
      <dgm:prSet presAssocID="{695CA0DD-DFFE-4469-A6C6-71133860DDB2}" presName="sibTrans" presStyleLbl="sibTrans2D1" presStyleIdx="0" presStyleCnt="0"/>
      <dgm:spPr/>
    </dgm:pt>
    <dgm:pt modelId="{3F864E2D-DB15-46F6-A1E2-C306277A3F66}" type="pres">
      <dgm:prSet presAssocID="{6C07B5AA-A46A-4153-B33B-F15341B8FB6B}" presName="compNode" presStyleCnt="0"/>
      <dgm:spPr/>
    </dgm:pt>
    <dgm:pt modelId="{71F9AF62-16C0-425E-8236-0F8EBC1A2FF5}" type="pres">
      <dgm:prSet presAssocID="{6C07B5AA-A46A-4153-B33B-F15341B8FB6B}" presName="iconBgRect" presStyleLbl="bgShp" presStyleIdx="1" presStyleCnt="4"/>
      <dgm:spPr/>
    </dgm:pt>
    <dgm:pt modelId="{E2149F4F-EEB8-49FD-AC4B-ADE79E305122}" type="pres">
      <dgm:prSet presAssocID="{6C07B5AA-A46A-4153-B33B-F15341B8FB6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9B6F65D5-699A-488A-A6F0-0F602B116D85}" type="pres">
      <dgm:prSet presAssocID="{6C07B5AA-A46A-4153-B33B-F15341B8FB6B}" presName="spaceRect" presStyleCnt="0"/>
      <dgm:spPr/>
    </dgm:pt>
    <dgm:pt modelId="{5F37BE4C-BFF5-4B6C-B06E-D591B8C329B9}" type="pres">
      <dgm:prSet presAssocID="{6C07B5AA-A46A-4153-B33B-F15341B8FB6B}" presName="textRect" presStyleLbl="revTx" presStyleIdx="1" presStyleCnt="4">
        <dgm:presLayoutVars>
          <dgm:chMax val="1"/>
          <dgm:chPref val="1"/>
        </dgm:presLayoutVars>
      </dgm:prSet>
      <dgm:spPr/>
    </dgm:pt>
    <dgm:pt modelId="{DE9B751B-AD7F-48FB-B287-62CFC9B4CFA5}" type="pres">
      <dgm:prSet presAssocID="{8B085934-39E9-4498-A1DD-E61FBBBD224A}" presName="sibTrans" presStyleLbl="sibTrans2D1" presStyleIdx="0" presStyleCnt="0"/>
      <dgm:spPr/>
    </dgm:pt>
    <dgm:pt modelId="{A1294F91-C816-4313-BA87-0B50A09F8034}" type="pres">
      <dgm:prSet presAssocID="{A8447207-6604-4167-9BC9-D3F6C2F49F67}" presName="compNode" presStyleCnt="0"/>
      <dgm:spPr/>
    </dgm:pt>
    <dgm:pt modelId="{166F1181-6B60-413A-B190-C8CDE35CB08F}" type="pres">
      <dgm:prSet presAssocID="{A8447207-6604-4167-9BC9-D3F6C2F49F67}" presName="iconBgRect" presStyleLbl="bgShp" presStyleIdx="2" presStyleCnt="4"/>
      <dgm:spPr/>
    </dgm:pt>
    <dgm:pt modelId="{4583B9FD-4693-415C-9311-BAEF38017C54}" type="pres">
      <dgm:prSet presAssocID="{A8447207-6604-4167-9BC9-D3F6C2F49F6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624E96B1-FB8F-47A8-A07B-B76EA6C5F701}" type="pres">
      <dgm:prSet presAssocID="{A8447207-6604-4167-9BC9-D3F6C2F49F67}" presName="spaceRect" presStyleCnt="0"/>
      <dgm:spPr/>
    </dgm:pt>
    <dgm:pt modelId="{45A883A3-AC51-4384-A16E-B5C36FC254E2}" type="pres">
      <dgm:prSet presAssocID="{A8447207-6604-4167-9BC9-D3F6C2F49F67}" presName="textRect" presStyleLbl="revTx" presStyleIdx="2" presStyleCnt="4">
        <dgm:presLayoutVars>
          <dgm:chMax val="1"/>
          <dgm:chPref val="1"/>
        </dgm:presLayoutVars>
      </dgm:prSet>
      <dgm:spPr/>
    </dgm:pt>
    <dgm:pt modelId="{226BA110-37EE-408D-A53D-657160241012}" type="pres">
      <dgm:prSet presAssocID="{E9889721-E10F-41DD-B1CF-00FFC4E1B521}" presName="sibTrans" presStyleLbl="sibTrans2D1" presStyleIdx="0" presStyleCnt="0"/>
      <dgm:spPr/>
    </dgm:pt>
    <dgm:pt modelId="{8BE3BF62-42CF-4E94-82DF-626125A29545}" type="pres">
      <dgm:prSet presAssocID="{3B62006A-3101-4515-81F0-66A9890FD93A}" presName="compNode" presStyleCnt="0"/>
      <dgm:spPr/>
    </dgm:pt>
    <dgm:pt modelId="{8F073749-BECA-47D2-8D61-F9D76DA6E2F0}" type="pres">
      <dgm:prSet presAssocID="{3B62006A-3101-4515-81F0-66A9890FD93A}" presName="iconBgRect" presStyleLbl="bgShp" presStyleIdx="3" presStyleCnt="4"/>
      <dgm:spPr/>
    </dgm:pt>
    <dgm:pt modelId="{784465D5-38A6-488A-938F-F7130ADD26AB}" type="pres">
      <dgm:prSet presAssocID="{3B62006A-3101-4515-81F0-66A9890FD93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DEBDC0C3-FB6D-49FA-BA9E-7F20079536A6}" type="pres">
      <dgm:prSet presAssocID="{3B62006A-3101-4515-81F0-66A9890FD93A}" presName="spaceRect" presStyleCnt="0"/>
      <dgm:spPr/>
    </dgm:pt>
    <dgm:pt modelId="{331C582A-5933-4474-A4C1-C34EF2BF6F51}" type="pres">
      <dgm:prSet presAssocID="{3B62006A-3101-4515-81F0-66A9890FD93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7129F00-62A7-4A6D-900A-7157827A02B6}" type="presOf" srcId="{D8BE9798-49D8-4028-AC46-4BF79E159877}" destId="{8ACA9F52-B8D9-4772-A86B-8FF8E5D5528B}" srcOrd="0" destOrd="0" presId="urn:microsoft.com/office/officeart/2018/2/layout/IconCircleList"/>
    <dgm:cxn modelId="{DE51CC09-A7C8-4EEC-A75E-98E762CD4F6C}" type="presOf" srcId="{E9889721-E10F-41DD-B1CF-00FFC4E1B521}" destId="{226BA110-37EE-408D-A53D-657160241012}" srcOrd="0" destOrd="0" presId="urn:microsoft.com/office/officeart/2018/2/layout/IconCircleList"/>
    <dgm:cxn modelId="{D167F311-87D1-4770-80D3-B42F588D8A63}" type="presOf" srcId="{695CA0DD-DFFE-4469-A6C6-71133860DDB2}" destId="{E2B2D138-9584-4BCF-8467-9B6A7D3681F6}" srcOrd="0" destOrd="0" presId="urn:microsoft.com/office/officeart/2018/2/layout/IconCircleList"/>
    <dgm:cxn modelId="{59CF6E17-AF58-40DB-8870-A3D9A4FF55DF}" srcId="{1CA7B2D5-9412-49E3-9188-4A0DE5DD5229}" destId="{D8BE9798-49D8-4028-AC46-4BF79E159877}" srcOrd="0" destOrd="0" parTransId="{B3478351-D0F1-40A7-96C3-7C1D6637E5ED}" sibTransId="{695CA0DD-DFFE-4469-A6C6-71133860DDB2}"/>
    <dgm:cxn modelId="{FCA6AF1D-C3D4-4A80-A7C3-A294893A93BB}" type="presOf" srcId="{6C07B5AA-A46A-4153-B33B-F15341B8FB6B}" destId="{5F37BE4C-BFF5-4B6C-B06E-D591B8C329B9}" srcOrd="0" destOrd="0" presId="urn:microsoft.com/office/officeart/2018/2/layout/IconCircleList"/>
    <dgm:cxn modelId="{FC0DAC27-FB5E-474F-B8BC-797B2843F0D1}" type="presOf" srcId="{A8447207-6604-4167-9BC9-D3F6C2F49F67}" destId="{45A883A3-AC51-4384-A16E-B5C36FC254E2}" srcOrd="0" destOrd="0" presId="urn:microsoft.com/office/officeart/2018/2/layout/IconCircleList"/>
    <dgm:cxn modelId="{5F1BF47C-D4E5-4184-BEEB-12C0B5612FF9}" srcId="{1CA7B2D5-9412-49E3-9188-4A0DE5DD5229}" destId="{6C07B5AA-A46A-4153-B33B-F15341B8FB6B}" srcOrd="1" destOrd="0" parTransId="{8B30BE4F-2A11-4F9E-AFA9-C37C4165F549}" sibTransId="{8B085934-39E9-4498-A1DD-E61FBBBD224A}"/>
    <dgm:cxn modelId="{87BC869F-8D94-4729-81A4-8EA87C2C1239}" srcId="{1CA7B2D5-9412-49E3-9188-4A0DE5DD5229}" destId="{3B62006A-3101-4515-81F0-66A9890FD93A}" srcOrd="3" destOrd="0" parTransId="{68194264-8F59-4DDF-B86A-DA9106F878E7}" sibTransId="{0A4ED966-EBF6-41C5-AD13-7A47031F2638}"/>
    <dgm:cxn modelId="{81BAB4CF-E0EA-413D-9E5F-064FD9868745}" type="presOf" srcId="{8B085934-39E9-4498-A1DD-E61FBBBD224A}" destId="{DE9B751B-AD7F-48FB-B287-62CFC9B4CFA5}" srcOrd="0" destOrd="0" presId="urn:microsoft.com/office/officeart/2018/2/layout/IconCircleList"/>
    <dgm:cxn modelId="{21CC32EB-0E20-4718-B96D-0F3A1731A707}" type="presOf" srcId="{1CA7B2D5-9412-49E3-9188-4A0DE5DD5229}" destId="{96EBDFD1-72CE-4F1D-97ED-F20AC645357A}" srcOrd="0" destOrd="0" presId="urn:microsoft.com/office/officeart/2018/2/layout/IconCircleList"/>
    <dgm:cxn modelId="{3C4A9AF2-E863-4D2A-A478-61A6A26CE888}" srcId="{1CA7B2D5-9412-49E3-9188-4A0DE5DD5229}" destId="{A8447207-6604-4167-9BC9-D3F6C2F49F67}" srcOrd="2" destOrd="0" parTransId="{F33DCAF7-5FF6-4426-A3A0-3F7DDD88A790}" sibTransId="{E9889721-E10F-41DD-B1CF-00FFC4E1B521}"/>
    <dgm:cxn modelId="{AEBA95FE-EE68-4EE2-A0A2-7A6FCCC0B48A}" type="presOf" srcId="{3B62006A-3101-4515-81F0-66A9890FD93A}" destId="{331C582A-5933-4474-A4C1-C34EF2BF6F51}" srcOrd="0" destOrd="0" presId="urn:microsoft.com/office/officeart/2018/2/layout/IconCircleList"/>
    <dgm:cxn modelId="{43FF61BA-47E6-436F-B34E-D8DE1420C8C8}" type="presParOf" srcId="{96EBDFD1-72CE-4F1D-97ED-F20AC645357A}" destId="{055A45F4-8A31-4540-84B5-4A7103D3208E}" srcOrd="0" destOrd="0" presId="urn:microsoft.com/office/officeart/2018/2/layout/IconCircleList"/>
    <dgm:cxn modelId="{A41362D0-C58C-4251-B95B-0FE6BF589238}" type="presParOf" srcId="{055A45F4-8A31-4540-84B5-4A7103D3208E}" destId="{C67E3416-D01B-4DDE-B6AC-4CA7BF36DEB4}" srcOrd="0" destOrd="0" presId="urn:microsoft.com/office/officeart/2018/2/layout/IconCircleList"/>
    <dgm:cxn modelId="{74250C2C-1A38-427E-9551-9776E5039FDF}" type="presParOf" srcId="{C67E3416-D01B-4DDE-B6AC-4CA7BF36DEB4}" destId="{916D90C6-139E-40CF-9714-47AF68EB9F71}" srcOrd="0" destOrd="0" presId="urn:microsoft.com/office/officeart/2018/2/layout/IconCircleList"/>
    <dgm:cxn modelId="{02C46B98-8E3D-4FFB-A4CE-7B61BC140795}" type="presParOf" srcId="{C67E3416-D01B-4DDE-B6AC-4CA7BF36DEB4}" destId="{10B114F7-DD1F-46F6-9D04-6134B1CCB7BF}" srcOrd="1" destOrd="0" presId="urn:microsoft.com/office/officeart/2018/2/layout/IconCircleList"/>
    <dgm:cxn modelId="{74DC4AB6-E007-46C1-99D3-14ED9E719B31}" type="presParOf" srcId="{C67E3416-D01B-4DDE-B6AC-4CA7BF36DEB4}" destId="{C0319A18-2D5D-4DCA-A804-F424A2835EE0}" srcOrd="2" destOrd="0" presId="urn:microsoft.com/office/officeart/2018/2/layout/IconCircleList"/>
    <dgm:cxn modelId="{9F8875AE-AB40-49F4-8639-FABBC04B4A70}" type="presParOf" srcId="{C67E3416-D01B-4DDE-B6AC-4CA7BF36DEB4}" destId="{8ACA9F52-B8D9-4772-A86B-8FF8E5D5528B}" srcOrd="3" destOrd="0" presId="urn:microsoft.com/office/officeart/2018/2/layout/IconCircleList"/>
    <dgm:cxn modelId="{ACAFF158-B338-4C16-AB99-8D475AC5E29E}" type="presParOf" srcId="{055A45F4-8A31-4540-84B5-4A7103D3208E}" destId="{E2B2D138-9584-4BCF-8467-9B6A7D3681F6}" srcOrd="1" destOrd="0" presId="urn:microsoft.com/office/officeart/2018/2/layout/IconCircleList"/>
    <dgm:cxn modelId="{5BA75D48-62FE-4AB9-B1DC-AA41511DED28}" type="presParOf" srcId="{055A45F4-8A31-4540-84B5-4A7103D3208E}" destId="{3F864E2D-DB15-46F6-A1E2-C306277A3F66}" srcOrd="2" destOrd="0" presId="urn:microsoft.com/office/officeart/2018/2/layout/IconCircleList"/>
    <dgm:cxn modelId="{8CAD9BB3-05D2-4200-B33B-D50A7682B9FD}" type="presParOf" srcId="{3F864E2D-DB15-46F6-A1E2-C306277A3F66}" destId="{71F9AF62-16C0-425E-8236-0F8EBC1A2FF5}" srcOrd="0" destOrd="0" presId="urn:microsoft.com/office/officeart/2018/2/layout/IconCircleList"/>
    <dgm:cxn modelId="{B8F9605D-0ECF-427A-89D4-2C5AF2C6EF4F}" type="presParOf" srcId="{3F864E2D-DB15-46F6-A1E2-C306277A3F66}" destId="{E2149F4F-EEB8-49FD-AC4B-ADE79E305122}" srcOrd="1" destOrd="0" presId="urn:microsoft.com/office/officeart/2018/2/layout/IconCircleList"/>
    <dgm:cxn modelId="{50928402-4DD6-4A21-8CA9-ADEEB70E4612}" type="presParOf" srcId="{3F864E2D-DB15-46F6-A1E2-C306277A3F66}" destId="{9B6F65D5-699A-488A-A6F0-0F602B116D85}" srcOrd="2" destOrd="0" presId="urn:microsoft.com/office/officeart/2018/2/layout/IconCircleList"/>
    <dgm:cxn modelId="{FF21CE03-A62F-4187-B241-ADCBF50690C8}" type="presParOf" srcId="{3F864E2D-DB15-46F6-A1E2-C306277A3F66}" destId="{5F37BE4C-BFF5-4B6C-B06E-D591B8C329B9}" srcOrd="3" destOrd="0" presId="urn:microsoft.com/office/officeart/2018/2/layout/IconCircleList"/>
    <dgm:cxn modelId="{0DD1824A-3156-404E-A44B-F4EAEE1813E6}" type="presParOf" srcId="{055A45F4-8A31-4540-84B5-4A7103D3208E}" destId="{DE9B751B-AD7F-48FB-B287-62CFC9B4CFA5}" srcOrd="3" destOrd="0" presId="urn:microsoft.com/office/officeart/2018/2/layout/IconCircleList"/>
    <dgm:cxn modelId="{7E224284-65A9-42C0-A7D1-1F117097FE57}" type="presParOf" srcId="{055A45F4-8A31-4540-84B5-4A7103D3208E}" destId="{A1294F91-C816-4313-BA87-0B50A09F8034}" srcOrd="4" destOrd="0" presId="urn:microsoft.com/office/officeart/2018/2/layout/IconCircleList"/>
    <dgm:cxn modelId="{40BA46C8-BA7D-4BF9-AC2A-56AAEB530E59}" type="presParOf" srcId="{A1294F91-C816-4313-BA87-0B50A09F8034}" destId="{166F1181-6B60-413A-B190-C8CDE35CB08F}" srcOrd="0" destOrd="0" presId="urn:microsoft.com/office/officeart/2018/2/layout/IconCircleList"/>
    <dgm:cxn modelId="{B6498160-F832-4897-BA66-B63A7A1E2B87}" type="presParOf" srcId="{A1294F91-C816-4313-BA87-0B50A09F8034}" destId="{4583B9FD-4693-415C-9311-BAEF38017C54}" srcOrd="1" destOrd="0" presId="urn:microsoft.com/office/officeart/2018/2/layout/IconCircleList"/>
    <dgm:cxn modelId="{1FAAAC9F-9292-4C5A-8FF2-A751E9E17E71}" type="presParOf" srcId="{A1294F91-C816-4313-BA87-0B50A09F8034}" destId="{624E96B1-FB8F-47A8-A07B-B76EA6C5F701}" srcOrd="2" destOrd="0" presId="urn:microsoft.com/office/officeart/2018/2/layout/IconCircleList"/>
    <dgm:cxn modelId="{E00D3CBD-D731-4EB7-A0CD-0A27EE86D685}" type="presParOf" srcId="{A1294F91-C816-4313-BA87-0B50A09F8034}" destId="{45A883A3-AC51-4384-A16E-B5C36FC254E2}" srcOrd="3" destOrd="0" presId="urn:microsoft.com/office/officeart/2018/2/layout/IconCircleList"/>
    <dgm:cxn modelId="{FB9E7FA2-5281-413A-A366-1FD6D54F3911}" type="presParOf" srcId="{055A45F4-8A31-4540-84B5-4A7103D3208E}" destId="{226BA110-37EE-408D-A53D-657160241012}" srcOrd="5" destOrd="0" presId="urn:microsoft.com/office/officeart/2018/2/layout/IconCircleList"/>
    <dgm:cxn modelId="{0BC79A9A-5529-4AEF-B92A-E1EBB54F5363}" type="presParOf" srcId="{055A45F4-8A31-4540-84B5-4A7103D3208E}" destId="{8BE3BF62-42CF-4E94-82DF-626125A29545}" srcOrd="6" destOrd="0" presId="urn:microsoft.com/office/officeart/2018/2/layout/IconCircleList"/>
    <dgm:cxn modelId="{77450B0B-0D31-4F7A-A7AC-00E1BF352DA3}" type="presParOf" srcId="{8BE3BF62-42CF-4E94-82DF-626125A29545}" destId="{8F073749-BECA-47D2-8D61-F9D76DA6E2F0}" srcOrd="0" destOrd="0" presId="urn:microsoft.com/office/officeart/2018/2/layout/IconCircleList"/>
    <dgm:cxn modelId="{C22350B5-7B01-496B-8C01-A28D99F9C4E7}" type="presParOf" srcId="{8BE3BF62-42CF-4E94-82DF-626125A29545}" destId="{784465D5-38A6-488A-938F-F7130ADD26AB}" srcOrd="1" destOrd="0" presId="urn:microsoft.com/office/officeart/2018/2/layout/IconCircleList"/>
    <dgm:cxn modelId="{386E92CD-95C8-49FC-B023-045B25F69FE5}" type="presParOf" srcId="{8BE3BF62-42CF-4E94-82DF-626125A29545}" destId="{DEBDC0C3-FB6D-49FA-BA9E-7F20079536A6}" srcOrd="2" destOrd="0" presId="urn:microsoft.com/office/officeart/2018/2/layout/IconCircleList"/>
    <dgm:cxn modelId="{E9F63B62-F8D0-4535-A5C9-E81D407434FD}" type="presParOf" srcId="{8BE3BF62-42CF-4E94-82DF-626125A29545}" destId="{331C582A-5933-4474-A4C1-C34EF2BF6F5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1381F6-D2EC-4FDA-9D92-9E38B325F31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D081B64-8EAD-48DC-BED9-D0D658EA3FE7}">
      <dgm:prSet/>
      <dgm:spPr/>
      <dgm:t>
        <a:bodyPr/>
        <a:lstStyle/>
        <a:p>
          <a:r>
            <a:rPr lang="en-US"/>
            <a:t>A well-designed pager rotation schedule can increase uptime</a:t>
          </a:r>
        </a:p>
      </dgm:t>
    </dgm:pt>
    <dgm:pt modelId="{4114048B-6249-49E8-9050-ABF4D41C3085}" type="parTrans" cxnId="{9D04C258-6F8D-4E33-A85D-2B24DD101BDA}">
      <dgm:prSet/>
      <dgm:spPr/>
      <dgm:t>
        <a:bodyPr/>
        <a:lstStyle/>
        <a:p>
          <a:endParaRPr lang="en-US"/>
        </a:p>
      </dgm:t>
    </dgm:pt>
    <dgm:pt modelId="{55E419A5-9071-4D8B-9324-4F3E5826359F}" type="sibTrans" cxnId="{9D04C258-6F8D-4E33-A85D-2B24DD101BDA}">
      <dgm:prSet/>
      <dgm:spPr/>
      <dgm:t>
        <a:bodyPr/>
        <a:lstStyle/>
        <a:p>
          <a:endParaRPr lang="en-US"/>
        </a:p>
      </dgm:t>
    </dgm:pt>
    <dgm:pt modelId="{C002326D-2B6F-484C-A91C-87FC8747C943}">
      <dgm:prSet/>
      <dgm:spPr/>
      <dgm:t>
        <a:bodyPr/>
        <a:lstStyle/>
        <a:p>
          <a:r>
            <a:rPr lang="en-US"/>
            <a:t>It creates a higher state of reliability in the system</a:t>
          </a:r>
        </a:p>
      </dgm:t>
    </dgm:pt>
    <dgm:pt modelId="{437BA7EA-669E-49E3-AEE4-81168071AD24}" type="parTrans" cxnId="{D89DDFBA-DF62-4C30-A08A-017BC8741192}">
      <dgm:prSet/>
      <dgm:spPr/>
      <dgm:t>
        <a:bodyPr/>
        <a:lstStyle/>
        <a:p>
          <a:endParaRPr lang="en-US"/>
        </a:p>
      </dgm:t>
    </dgm:pt>
    <dgm:pt modelId="{2AD1722E-C70E-4F27-985F-8CEC807C3746}" type="sibTrans" cxnId="{D89DDFBA-DF62-4C30-A08A-017BC8741192}">
      <dgm:prSet/>
      <dgm:spPr/>
      <dgm:t>
        <a:bodyPr/>
        <a:lstStyle/>
        <a:p>
          <a:endParaRPr lang="en-US"/>
        </a:p>
      </dgm:t>
    </dgm:pt>
    <dgm:pt modelId="{8C3E4319-40B4-4A14-BDA0-3D418CB5F6E5}">
      <dgm:prSet/>
      <dgm:spPr/>
      <dgm:t>
        <a:bodyPr/>
        <a:lstStyle/>
        <a:p>
          <a:r>
            <a:rPr lang="en-US"/>
            <a:t>Availability is consistent throughout all hours of the day</a:t>
          </a:r>
        </a:p>
      </dgm:t>
    </dgm:pt>
    <dgm:pt modelId="{87D28A47-D9B2-4ABA-8CB3-0739F8BED5F5}" type="parTrans" cxnId="{1F953271-538E-4EFD-B674-37AC6C247BE2}">
      <dgm:prSet/>
      <dgm:spPr/>
      <dgm:t>
        <a:bodyPr/>
        <a:lstStyle/>
        <a:p>
          <a:endParaRPr lang="en-US"/>
        </a:p>
      </dgm:t>
    </dgm:pt>
    <dgm:pt modelId="{2F5B4EBF-AFB6-4B36-BBEE-35A4B6239F4C}" type="sibTrans" cxnId="{1F953271-538E-4EFD-B674-37AC6C247BE2}">
      <dgm:prSet/>
      <dgm:spPr/>
      <dgm:t>
        <a:bodyPr/>
        <a:lstStyle/>
        <a:p>
          <a:endParaRPr lang="en-US"/>
        </a:p>
      </dgm:t>
    </dgm:pt>
    <dgm:pt modelId="{87EAE78D-90A0-49E6-B9F9-9F7467C22D4D}">
      <dgm:prSet/>
      <dgm:spPr/>
      <dgm:t>
        <a:bodyPr/>
        <a:lstStyle/>
        <a:p>
          <a:r>
            <a:rPr lang="en-US"/>
            <a:t>Prevents employee burnout as everyone gets time to recover</a:t>
          </a:r>
        </a:p>
      </dgm:t>
    </dgm:pt>
    <dgm:pt modelId="{4CE99E85-71C1-4098-AA03-99CE6F9ECAF5}" type="parTrans" cxnId="{E90A145C-B8D4-4EBB-AF32-D3F3141561CE}">
      <dgm:prSet/>
      <dgm:spPr/>
      <dgm:t>
        <a:bodyPr/>
        <a:lstStyle/>
        <a:p>
          <a:endParaRPr lang="en-US"/>
        </a:p>
      </dgm:t>
    </dgm:pt>
    <dgm:pt modelId="{C2780ADD-84B5-4E7B-9422-7012EBBDCC02}" type="sibTrans" cxnId="{E90A145C-B8D4-4EBB-AF32-D3F3141561CE}">
      <dgm:prSet/>
      <dgm:spPr/>
      <dgm:t>
        <a:bodyPr/>
        <a:lstStyle/>
        <a:p>
          <a:endParaRPr lang="en-US"/>
        </a:p>
      </dgm:t>
    </dgm:pt>
    <dgm:pt modelId="{935B0FB5-E12B-40A9-8DEC-B1F94E497427}" type="pres">
      <dgm:prSet presAssocID="{D31381F6-D2EC-4FDA-9D92-9E38B325F314}" presName="vert0" presStyleCnt="0">
        <dgm:presLayoutVars>
          <dgm:dir/>
          <dgm:animOne val="branch"/>
          <dgm:animLvl val="lvl"/>
        </dgm:presLayoutVars>
      </dgm:prSet>
      <dgm:spPr/>
    </dgm:pt>
    <dgm:pt modelId="{9F99E36A-1527-4532-AA00-FB2AF085374D}" type="pres">
      <dgm:prSet presAssocID="{DD081B64-8EAD-48DC-BED9-D0D658EA3FE7}" presName="thickLine" presStyleLbl="alignNode1" presStyleIdx="0" presStyleCnt="4"/>
      <dgm:spPr/>
    </dgm:pt>
    <dgm:pt modelId="{CD75EB60-61AB-447D-8443-3CAEBEA4015B}" type="pres">
      <dgm:prSet presAssocID="{DD081B64-8EAD-48DC-BED9-D0D658EA3FE7}" presName="horz1" presStyleCnt="0"/>
      <dgm:spPr/>
    </dgm:pt>
    <dgm:pt modelId="{DBB75432-3938-433B-B71B-DE7AFE53720D}" type="pres">
      <dgm:prSet presAssocID="{DD081B64-8EAD-48DC-BED9-D0D658EA3FE7}" presName="tx1" presStyleLbl="revTx" presStyleIdx="0" presStyleCnt="4"/>
      <dgm:spPr/>
    </dgm:pt>
    <dgm:pt modelId="{325F82D0-7FB3-433E-B36F-065B9AB58EDA}" type="pres">
      <dgm:prSet presAssocID="{DD081B64-8EAD-48DC-BED9-D0D658EA3FE7}" presName="vert1" presStyleCnt="0"/>
      <dgm:spPr/>
    </dgm:pt>
    <dgm:pt modelId="{DDCDB07C-7275-4AF4-AF19-D401F990F942}" type="pres">
      <dgm:prSet presAssocID="{C002326D-2B6F-484C-A91C-87FC8747C943}" presName="thickLine" presStyleLbl="alignNode1" presStyleIdx="1" presStyleCnt="4"/>
      <dgm:spPr/>
    </dgm:pt>
    <dgm:pt modelId="{60B848E8-C453-469C-BD5F-10711D7B156A}" type="pres">
      <dgm:prSet presAssocID="{C002326D-2B6F-484C-A91C-87FC8747C943}" presName="horz1" presStyleCnt="0"/>
      <dgm:spPr/>
    </dgm:pt>
    <dgm:pt modelId="{25338A28-B2FF-4828-97E2-9F1BDC7B8813}" type="pres">
      <dgm:prSet presAssocID="{C002326D-2B6F-484C-A91C-87FC8747C943}" presName="tx1" presStyleLbl="revTx" presStyleIdx="1" presStyleCnt="4"/>
      <dgm:spPr/>
    </dgm:pt>
    <dgm:pt modelId="{738A031F-21C0-495A-971B-9C691061F3F9}" type="pres">
      <dgm:prSet presAssocID="{C002326D-2B6F-484C-A91C-87FC8747C943}" presName="vert1" presStyleCnt="0"/>
      <dgm:spPr/>
    </dgm:pt>
    <dgm:pt modelId="{25372E11-14A1-494E-9226-06FDB6CCF0E7}" type="pres">
      <dgm:prSet presAssocID="{8C3E4319-40B4-4A14-BDA0-3D418CB5F6E5}" presName="thickLine" presStyleLbl="alignNode1" presStyleIdx="2" presStyleCnt="4"/>
      <dgm:spPr/>
    </dgm:pt>
    <dgm:pt modelId="{325C7D14-FFDB-41C2-AD91-812C234BF537}" type="pres">
      <dgm:prSet presAssocID="{8C3E4319-40B4-4A14-BDA0-3D418CB5F6E5}" presName="horz1" presStyleCnt="0"/>
      <dgm:spPr/>
    </dgm:pt>
    <dgm:pt modelId="{1A155BF2-2AD2-426D-AC2B-0C4663FC0B4B}" type="pres">
      <dgm:prSet presAssocID="{8C3E4319-40B4-4A14-BDA0-3D418CB5F6E5}" presName="tx1" presStyleLbl="revTx" presStyleIdx="2" presStyleCnt="4"/>
      <dgm:spPr/>
    </dgm:pt>
    <dgm:pt modelId="{2EDBEA64-6EB3-4246-B84A-9113AE964148}" type="pres">
      <dgm:prSet presAssocID="{8C3E4319-40B4-4A14-BDA0-3D418CB5F6E5}" presName="vert1" presStyleCnt="0"/>
      <dgm:spPr/>
    </dgm:pt>
    <dgm:pt modelId="{71396B35-2108-4515-9A94-0A8C230B9113}" type="pres">
      <dgm:prSet presAssocID="{87EAE78D-90A0-49E6-B9F9-9F7467C22D4D}" presName="thickLine" presStyleLbl="alignNode1" presStyleIdx="3" presStyleCnt="4"/>
      <dgm:spPr/>
    </dgm:pt>
    <dgm:pt modelId="{8516ED61-4A29-447A-90B6-F32D6A3BF711}" type="pres">
      <dgm:prSet presAssocID="{87EAE78D-90A0-49E6-B9F9-9F7467C22D4D}" presName="horz1" presStyleCnt="0"/>
      <dgm:spPr/>
    </dgm:pt>
    <dgm:pt modelId="{840276F0-762A-403E-8372-B729E9223F46}" type="pres">
      <dgm:prSet presAssocID="{87EAE78D-90A0-49E6-B9F9-9F7467C22D4D}" presName="tx1" presStyleLbl="revTx" presStyleIdx="3" presStyleCnt="4"/>
      <dgm:spPr/>
    </dgm:pt>
    <dgm:pt modelId="{8AA4E30D-3B7E-4069-80E7-1071D249B9F8}" type="pres">
      <dgm:prSet presAssocID="{87EAE78D-90A0-49E6-B9F9-9F7467C22D4D}" presName="vert1" presStyleCnt="0"/>
      <dgm:spPr/>
    </dgm:pt>
  </dgm:ptLst>
  <dgm:cxnLst>
    <dgm:cxn modelId="{67496E0A-013A-4E16-812A-E0640BC9469D}" type="presOf" srcId="{C002326D-2B6F-484C-A91C-87FC8747C943}" destId="{25338A28-B2FF-4828-97E2-9F1BDC7B8813}" srcOrd="0" destOrd="0" presId="urn:microsoft.com/office/officeart/2008/layout/LinedList"/>
    <dgm:cxn modelId="{E90A145C-B8D4-4EBB-AF32-D3F3141561CE}" srcId="{D31381F6-D2EC-4FDA-9D92-9E38B325F314}" destId="{87EAE78D-90A0-49E6-B9F9-9F7467C22D4D}" srcOrd="3" destOrd="0" parTransId="{4CE99E85-71C1-4098-AA03-99CE6F9ECAF5}" sibTransId="{C2780ADD-84B5-4E7B-9422-7012EBBDCC02}"/>
    <dgm:cxn modelId="{7F4EF847-26A3-40D4-95D8-394228963DBA}" type="presOf" srcId="{DD081B64-8EAD-48DC-BED9-D0D658EA3FE7}" destId="{DBB75432-3938-433B-B71B-DE7AFE53720D}" srcOrd="0" destOrd="0" presId="urn:microsoft.com/office/officeart/2008/layout/LinedList"/>
    <dgm:cxn modelId="{1F953271-538E-4EFD-B674-37AC6C247BE2}" srcId="{D31381F6-D2EC-4FDA-9D92-9E38B325F314}" destId="{8C3E4319-40B4-4A14-BDA0-3D418CB5F6E5}" srcOrd="2" destOrd="0" parTransId="{87D28A47-D9B2-4ABA-8CB3-0739F8BED5F5}" sibTransId="{2F5B4EBF-AFB6-4B36-BBEE-35A4B6239F4C}"/>
    <dgm:cxn modelId="{9D04C258-6F8D-4E33-A85D-2B24DD101BDA}" srcId="{D31381F6-D2EC-4FDA-9D92-9E38B325F314}" destId="{DD081B64-8EAD-48DC-BED9-D0D658EA3FE7}" srcOrd="0" destOrd="0" parTransId="{4114048B-6249-49E8-9050-ABF4D41C3085}" sibTransId="{55E419A5-9071-4D8B-9324-4F3E5826359F}"/>
    <dgm:cxn modelId="{65FC3290-F7BD-4D1F-BBC9-32B14DF96A24}" type="presOf" srcId="{87EAE78D-90A0-49E6-B9F9-9F7467C22D4D}" destId="{840276F0-762A-403E-8372-B729E9223F46}" srcOrd="0" destOrd="0" presId="urn:microsoft.com/office/officeart/2008/layout/LinedList"/>
    <dgm:cxn modelId="{D89DDFBA-DF62-4C30-A08A-017BC8741192}" srcId="{D31381F6-D2EC-4FDA-9D92-9E38B325F314}" destId="{C002326D-2B6F-484C-A91C-87FC8747C943}" srcOrd="1" destOrd="0" parTransId="{437BA7EA-669E-49E3-AEE4-81168071AD24}" sibTransId="{2AD1722E-C70E-4F27-985F-8CEC807C3746}"/>
    <dgm:cxn modelId="{AD48BFE5-4420-4C61-9AAD-1553113A6AAA}" type="presOf" srcId="{D31381F6-D2EC-4FDA-9D92-9E38B325F314}" destId="{935B0FB5-E12B-40A9-8DEC-B1F94E497427}" srcOrd="0" destOrd="0" presId="urn:microsoft.com/office/officeart/2008/layout/LinedList"/>
    <dgm:cxn modelId="{5F7106F9-F1E2-479F-85C4-CF93D627C53E}" type="presOf" srcId="{8C3E4319-40B4-4A14-BDA0-3D418CB5F6E5}" destId="{1A155BF2-2AD2-426D-AC2B-0C4663FC0B4B}" srcOrd="0" destOrd="0" presId="urn:microsoft.com/office/officeart/2008/layout/LinedList"/>
    <dgm:cxn modelId="{E4602969-BFAC-45C4-AED1-3A72922B0F90}" type="presParOf" srcId="{935B0FB5-E12B-40A9-8DEC-B1F94E497427}" destId="{9F99E36A-1527-4532-AA00-FB2AF085374D}" srcOrd="0" destOrd="0" presId="urn:microsoft.com/office/officeart/2008/layout/LinedList"/>
    <dgm:cxn modelId="{0574CE1C-C41E-42E9-9F5B-FE6A4F7DBFB0}" type="presParOf" srcId="{935B0FB5-E12B-40A9-8DEC-B1F94E497427}" destId="{CD75EB60-61AB-447D-8443-3CAEBEA4015B}" srcOrd="1" destOrd="0" presId="urn:microsoft.com/office/officeart/2008/layout/LinedList"/>
    <dgm:cxn modelId="{7BBD3927-F859-4E81-92EC-C407995EB206}" type="presParOf" srcId="{CD75EB60-61AB-447D-8443-3CAEBEA4015B}" destId="{DBB75432-3938-433B-B71B-DE7AFE53720D}" srcOrd="0" destOrd="0" presId="urn:microsoft.com/office/officeart/2008/layout/LinedList"/>
    <dgm:cxn modelId="{E7469A75-54B5-4AD3-B6CA-7FD0B394A64E}" type="presParOf" srcId="{CD75EB60-61AB-447D-8443-3CAEBEA4015B}" destId="{325F82D0-7FB3-433E-B36F-065B9AB58EDA}" srcOrd="1" destOrd="0" presId="urn:microsoft.com/office/officeart/2008/layout/LinedList"/>
    <dgm:cxn modelId="{5723A3CD-DE5D-4645-ACE2-EC7F54FE079A}" type="presParOf" srcId="{935B0FB5-E12B-40A9-8DEC-B1F94E497427}" destId="{DDCDB07C-7275-4AF4-AF19-D401F990F942}" srcOrd="2" destOrd="0" presId="urn:microsoft.com/office/officeart/2008/layout/LinedList"/>
    <dgm:cxn modelId="{6C203ADA-5BB7-4EA4-9756-55A02DA8A5B0}" type="presParOf" srcId="{935B0FB5-E12B-40A9-8DEC-B1F94E497427}" destId="{60B848E8-C453-469C-BD5F-10711D7B156A}" srcOrd="3" destOrd="0" presId="urn:microsoft.com/office/officeart/2008/layout/LinedList"/>
    <dgm:cxn modelId="{C7099947-7160-46FC-984A-ACDF442674A8}" type="presParOf" srcId="{60B848E8-C453-469C-BD5F-10711D7B156A}" destId="{25338A28-B2FF-4828-97E2-9F1BDC7B8813}" srcOrd="0" destOrd="0" presId="urn:microsoft.com/office/officeart/2008/layout/LinedList"/>
    <dgm:cxn modelId="{9440E9E5-F7CC-4503-A38B-E43A46361C0D}" type="presParOf" srcId="{60B848E8-C453-469C-BD5F-10711D7B156A}" destId="{738A031F-21C0-495A-971B-9C691061F3F9}" srcOrd="1" destOrd="0" presId="urn:microsoft.com/office/officeart/2008/layout/LinedList"/>
    <dgm:cxn modelId="{4D086013-8331-4AD3-BFB7-425303DD1BBB}" type="presParOf" srcId="{935B0FB5-E12B-40A9-8DEC-B1F94E497427}" destId="{25372E11-14A1-494E-9226-06FDB6CCF0E7}" srcOrd="4" destOrd="0" presId="urn:microsoft.com/office/officeart/2008/layout/LinedList"/>
    <dgm:cxn modelId="{D30302FA-5051-4C89-91A0-33C42AE37919}" type="presParOf" srcId="{935B0FB5-E12B-40A9-8DEC-B1F94E497427}" destId="{325C7D14-FFDB-41C2-AD91-812C234BF537}" srcOrd="5" destOrd="0" presId="urn:microsoft.com/office/officeart/2008/layout/LinedList"/>
    <dgm:cxn modelId="{E60E325A-6CAA-474C-B770-BE0A72FA8BAF}" type="presParOf" srcId="{325C7D14-FFDB-41C2-AD91-812C234BF537}" destId="{1A155BF2-2AD2-426D-AC2B-0C4663FC0B4B}" srcOrd="0" destOrd="0" presId="urn:microsoft.com/office/officeart/2008/layout/LinedList"/>
    <dgm:cxn modelId="{A7200CF7-A8F1-42F3-AC94-EC6C62F5D328}" type="presParOf" srcId="{325C7D14-FFDB-41C2-AD91-812C234BF537}" destId="{2EDBEA64-6EB3-4246-B84A-9113AE964148}" srcOrd="1" destOrd="0" presId="urn:microsoft.com/office/officeart/2008/layout/LinedList"/>
    <dgm:cxn modelId="{2D998535-1FDD-446F-A77C-E06F5EBEFF9F}" type="presParOf" srcId="{935B0FB5-E12B-40A9-8DEC-B1F94E497427}" destId="{71396B35-2108-4515-9A94-0A8C230B9113}" srcOrd="6" destOrd="0" presId="urn:microsoft.com/office/officeart/2008/layout/LinedList"/>
    <dgm:cxn modelId="{8C80F4EF-2AB9-4A06-A120-6C56371251CB}" type="presParOf" srcId="{935B0FB5-E12B-40A9-8DEC-B1F94E497427}" destId="{8516ED61-4A29-447A-90B6-F32D6A3BF711}" srcOrd="7" destOrd="0" presId="urn:microsoft.com/office/officeart/2008/layout/LinedList"/>
    <dgm:cxn modelId="{48633398-7CCE-46EC-8285-0721000814B9}" type="presParOf" srcId="{8516ED61-4A29-447A-90B6-F32D6A3BF711}" destId="{840276F0-762A-403E-8372-B729E9223F46}" srcOrd="0" destOrd="0" presId="urn:microsoft.com/office/officeart/2008/layout/LinedList"/>
    <dgm:cxn modelId="{924CD3A4-C292-4F8F-A58A-E06D3AA97635}" type="presParOf" srcId="{8516ED61-4A29-447A-90B6-F32D6A3BF711}" destId="{8AA4E30D-3B7E-4069-80E7-1071D249B9F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14051E-9360-4D66-BC9B-313DA26CCC0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731ABD2-58C7-44E7-A0E5-C4D4DC869334}">
      <dgm:prSet/>
      <dgm:spPr/>
      <dgm:t>
        <a:bodyPr/>
        <a:lstStyle/>
        <a:p>
          <a:r>
            <a:rPr lang="en-US"/>
            <a:t>Managing</a:t>
          </a:r>
        </a:p>
      </dgm:t>
    </dgm:pt>
    <dgm:pt modelId="{25D49990-43C2-4B8D-816A-F61B7DF740BD}" type="parTrans" cxnId="{1AEC5677-5AB4-41DB-BE75-7C61BC468FF7}">
      <dgm:prSet/>
      <dgm:spPr/>
      <dgm:t>
        <a:bodyPr/>
        <a:lstStyle/>
        <a:p>
          <a:endParaRPr lang="en-US"/>
        </a:p>
      </dgm:t>
    </dgm:pt>
    <dgm:pt modelId="{B5F79B2B-B2BF-4A4A-9C5F-958AF9CF4E16}" type="sibTrans" cxnId="{1AEC5677-5AB4-41DB-BE75-7C61BC468FF7}">
      <dgm:prSet/>
      <dgm:spPr/>
      <dgm:t>
        <a:bodyPr/>
        <a:lstStyle/>
        <a:p>
          <a:endParaRPr lang="en-US"/>
        </a:p>
      </dgm:t>
    </dgm:pt>
    <dgm:pt modelId="{B08D6519-7439-4A2B-83DD-C64180CA06BA}">
      <dgm:prSet/>
      <dgm:spPr/>
      <dgm:t>
        <a:bodyPr/>
        <a:lstStyle/>
        <a:p>
          <a:r>
            <a:rPr lang="en-US"/>
            <a:t>Managing incidents</a:t>
          </a:r>
        </a:p>
      </dgm:t>
    </dgm:pt>
    <dgm:pt modelId="{D3544FA4-7057-4F96-9F41-4CC224E9D4AB}" type="parTrans" cxnId="{4073AD05-7876-4DB1-BE0F-93FAC4E30AEF}">
      <dgm:prSet/>
      <dgm:spPr/>
      <dgm:t>
        <a:bodyPr/>
        <a:lstStyle/>
        <a:p>
          <a:endParaRPr lang="en-US"/>
        </a:p>
      </dgm:t>
    </dgm:pt>
    <dgm:pt modelId="{6FA6A69A-567B-4EE8-85EC-24CA87843B73}" type="sibTrans" cxnId="{4073AD05-7876-4DB1-BE0F-93FAC4E30AEF}">
      <dgm:prSet/>
      <dgm:spPr/>
      <dgm:t>
        <a:bodyPr/>
        <a:lstStyle/>
        <a:p>
          <a:endParaRPr lang="en-US"/>
        </a:p>
      </dgm:t>
    </dgm:pt>
    <dgm:pt modelId="{99732DCC-1A05-4B49-87FF-7A5DB7F989AB}">
      <dgm:prSet/>
      <dgm:spPr/>
      <dgm:t>
        <a:bodyPr/>
        <a:lstStyle/>
        <a:p>
          <a:r>
            <a:rPr lang="en-US"/>
            <a:t>Making</a:t>
          </a:r>
        </a:p>
      </dgm:t>
    </dgm:pt>
    <dgm:pt modelId="{06EE19A0-1890-4094-B1E7-7F75AB12E6E1}" type="parTrans" cxnId="{9DECC260-E3B6-4E76-AB01-CEB4DC9AA43B}">
      <dgm:prSet/>
      <dgm:spPr/>
      <dgm:t>
        <a:bodyPr/>
        <a:lstStyle/>
        <a:p>
          <a:endParaRPr lang="en-US"/>
        </a:p>
      </dgm:t>
    </dgm:pt>
    <dgm:pt modelId="{F19A1BA9-9397-47A5-BA3B-6A8C09003A17}" type="sibTrans" cxnId="{9DECC260-E3B6-4E76-AB01-CEB4DC9AA43B}">
      <dgm:prSet/>
      <dgm:spPr/>
      <dgm:t>
        <a:bodyPr/>
        <a:lstStyle/>
        <a:p>
          <a:endParaRPr lang="en-US"/>
        </a:p>
      </dgm:t>
    </dgm:pt>
    <dgm:pt modelId="{516839E3-F4D4-4660-9460-909A6F3F2244}">
      <dgm:prSet/>
      <dgm:spPr/>
      <dgm:t>
        <a:bodyPr/>
        <a:lstStyle/>
        <a:p>
          <a:r>
            <a:rPr lang="en-US"/>
            <a:t>Making sure the right alerts reach the right individuals</a:t>
          </a:r>
        </a:p>
      </dgm:t>
    </dgm:pt>
    <dgm:pt modelId="{4FA63DD1-169E-4B7C-B98D-793A35E0BB25}" type="parTrans" cxnId="{CDD18995-1AE0-49E8-914E-5A351C9E895C}">
      <dgm:prSet/>
      <dgm:spPr/>
      <dgm:t>
        <a:bodyPr/>
        <a:lstStyle/>
        <a:p>
          <a:endParaRPr lang="en-US"/>
        </a:p>
      </dgm:t>
    </dgm:pt>
    <dgm:pt modelId="{ED3C8F8B-7629-49D5-8CC8-E20D79F91DB4}" type="sibTrans" cxnId="{CDD18995-1AE0-49E8-914E-5A351C9E895C}">
      <dgm:prSet/>
      <dgm:spPr/>
      <dgm:t>
        <a:bodyPr/>
        <a:lstStyle/>
        <a:p>
          <a:endParaRPr lang="en-US"/>
        </a:p>
      </dgm:t>
    </dgm:pt>
    <dgm:pt modelId="{AAEE906C-94B1-4A00-BA61-A08CAFF5BBA3}">
      <dgm:prSet/>
      <dgm:spPr/>
      <dgm:t>
        <a:bodyPr/>
        <a:lstStyle/>
        <a:p>
          <a:r>
            <a:rPr lang="en-US"/>
            <a:t>Minimizing</a:t>
          </a:r>
        </a:p>
      </dgm:t>
    </dgm:pt>
    <dgm:pt modelId="{D71C9326-6237-4A22-9875-C2E74247CA43}" type="parTrans" cxnId="{C14E2534-7A48-485A-9660-DF10102A673B}">
      <dgm:prSet/>
      <dgm:spPr/>
      <dgm:t>
        <a:bodyPr/>
        <a:lstStyle/>
        <a:p>
          <a:endParaRPr lang="en-US"/>
        </a:p>
      </dgm:t>
    </dgm:pt>
    <dgm:pt modelId="{414E23A5-BA85-4FD0-BD23-A66F9DFA3E44}" type="sibTrans" cxnId="{C14E2534-7A48-485A-9660-DF10102A673B}">
      <dgm:prSet/>
      <dgm:spPr/>
      <dgm:t>
        <a:bodyPr/>
        <a:lstStyle/>
        <a:p>
          <a:endParaRPr lang="en-US"/>
        </a:p>
      </dgm:t>
    </dgm:pt>
    <dgm:pt modelId="{F3078413-F64C-4A7F-806D-A7BC853E1F65}">
      <dgm:prSet/>
      <dgm:spPr/>
      <dgm:t>
        <a:bodyPr/>
        <a:lstStyle/>
        <a:p>
          <a:r>
            <a:rPr lang="en-US"/>
            <a:t>Minimizing Downtime</a:t>
          </a:r>
        </a:p>
      </dgm:t>
    </dgm:pt>
    <dgm:pt modelId="{4D382586-C0C5-4412-930D-7C9285E07F96}" type="parTrans" cxnId="{B4479474-7B8D-4C37-8164-02133A257D6B}">
      <dgm:prSet/>
      <dgm:spPr/>
      <dgm:t>
        <a:bodyPr/>
        <a:lstStyle/>
        <a:p>
          <a:endParaRPr lang="en-US"/>
        </a:p>
      </dgm:t>
    </dgm:pt>
    <dgm:pt modelId="{620CE577-E532-4347-9B0A-F9C68341652F}" type="sibTrans" cxnId="{B4479474-7B8D-4C37-8164-02133A257D6B}">
      <dgm:prSet/>
      <dgm:spPr/>
      <dgm:t>
        <a:bodyPr/>
        <a:lstStyle/>
        <a:p>
          <a:endParaRPr lang="en-US"/>
        </a:p>
      </dgm:t>
    </dgm:pt>
    <dgm:pt modelId="{70DC8759-009D-43D2-BB0C-0CDEE77F0A8A}" type="pres">
      <dgm:prSet presAssocID="{EE14051E-9360-4D66-BC9B-313DA26CCC08}" presName="vert0" presStyleCnt="0">
        <dgm:presLayoutVars>
          <dgm:dir/>
          <dgm:animOne val="branch"/>
          <dgm:animLvl val="lvl"/>
        </dgm:presLayoutVars>
      </dgm:prSet>
      <dgm:spPr/>
    </dgm:pt>
    <dgm:pt modelId="{6AD4B8A2-0990-460B-9856-3C50FE84C3CE}" type="pres">
      <dgm:prSet presAssocID="{F731ABD2-58C7-44E7-A0E5-C4D4DC869334}" presName="thickLine" presStyleLbl="alignNode1" presStyleIdx="0" presStyleCnt="3"/>
      <dgm:spPr/>
    </dgm:pt>
    <dgm:pt modelId="{CC72C533-2C10-4C41-8F6B-A374218BDE71}" type="pres">
      <dgm:prSet presAssocID="{F731ABD2-58C7-44E7-A0E5-C4D4DC869334}" presName="horz1" presStyleCnt="0"/>
      <dgm:spPr/>
    </dgm:pt>
    <dgm:pt modelId="{42AF49E9-D616-4E5D-A9C3-E89F11C58E43}" type="pres">
      <dgm:prSet presAssocID="{F731ABD2-58C7-44E7-A0E5-C4D4DC869334}" presName="tx1" presStyleLbl="revTx" presStyleIdx="0" presStyleCnt="6"/>
      <dgm:spPr/>
    </dgm:pt>
    <dgm:pt modelId="{EB7D98B0-F814-4C24-9749-340972650E09}" type="pres">
      <dgm:prSet presAssocID="{F731ABD2-58C7-44E7-A0E5-C4D4DC869334}" presName="vert1" presStyleCnt="0"/>
      <dgm:spPr/>
    </dgm:pt>
    <dgm:pt modelId="{32A7DC14-E6F8-4550-AE23-3361805CA779}" type="pres">
      <dgm:prSet presAssocID="{B08D6519-7439-4A2B-83DD-C64180CA06BA}" presName="vertSpace2a" presStyleCnt="0"/>
      <dgm:spPr/>
    </dgm:pt>
    <dgm:pt modelId="{BE2A0AD3-5F41-4071-944B-3504AB19A544}" type="pres">
      <dgm:prSet presAssocID="{B08D6519-7439-4A2B-83DD-C64180CA06BA}" presName="horz2" presStyleCnt="0"/>
      <dgm:spPr/>
    </dgm:pt>
    <dgm:pt modelId="{5BD82420-394D-4579-A8CA-929E7B43C431}" type="pres">
      <dgm:prSet presAssocID="{B08D6519-7439-4A2B-83DD-C64180CA06BA}" presName="horzSpace2" presStyleCnt="0"/>
      <dgm:spPr/>
    </dgm:pt>
    <dgm:pt modelId="{546BFFD4-F97F-4EF0-BB6E-AF44CC32E51F}" type="pres">
      <dgm:prSet presAssocID="{B08D6519-7439-4A2B-83DD-C64180CA06BA}" presName="tx2" presStyleLbl="revTx" presStyleIdx="1" presStyleCnt="6"/>
      <dgm:spPr/>
    </dgm:pt>
    <dgm:pt modelId="{E52BD98A-0D3F-49B4-A96A-E19C713BB6FC}" type="pres">
      <dgm:prSet presAssocID="{B08D6519-7439-4A2B-83DD-C64180CA06BA}" presName="vert2" presStyleCnt="0"/>
      <dgm:spPr/>
    </dgm:pt>
    <dgm:pt modelId="{007E5A3B-ED7A-40F2-B2F1-F5BB6212F292}" type="pres">
      <dgm:prSet presAssocID="{B08D6519-7439-4A2B-83DD-C64180CA06BA}" presName="thinLine2b" presStyleLbl="callout" presStyleIdx="0" presStyleCnt="3"/>
      <dgm:spPr/>
    </dgm:pt>
    <dgm:pt modelId="{68A71E24-E7DE-42D2-86A3-21C48DB9346E}" type="pres">
      <dgm:prSet presAssocID="{B08D6519-7439-4A2B-83DD-C64180CA06BA}" presName="vertSpace2b" presStyleCnt="0"/>
      <dgm:spPr/>
    </dgm:pt>
    <dgm:pt modelId="{7D348598-2C72-4660-8048-9B7C5DA29C1D}" type="pres">
      <dgm:prSet presAssocID="{99732DCC-1A05-4B49-87FF-7A5DB7F989AB}" presName="thickLine" presStyleLbl="alignNode1" presStyleIdx="1" presStyleCnt="3"/>
      <dgm:spPr/>
    </dgm:pt>
    <dgm:pt modelId="{8D8CE938-E233-4017-B0B9-76136E4FADB2}" type="pres">
      <dgm:prSet presAssocID="{99732DCC-1A05-4B49-87FF-7A5DB7F989AB}" presName="horz1" presStyleCnt="0"/>
      <dgm:spPr/>
    </dgm:pt>
    <dgm:pt modelId="{707C645C-402B-42EA-8240-EB2229BAF36D}" type="pres">
      <dgm:prSet presAssocID="{99732DCC-1A05-4B49-87FF-7A5DB7F989AB}" presName="tx1" presStyleLbl="revTx" presStyleIdx="2" presStyleCnt="6"/>
      <dgm:spPr/>
    </dgm:pt>
    <dgm:pt modelId="{00A5C2B3-AC1B-49B3-AA71-F3921706C301}" type="pres">
      <dgm:prSet presAssocID="{99732DCC-1A05-4B49-87FF-7A5DB7F989AB}" presName="vert1" presStyleCnt="0"/>
      <dgm:spPr/>
    </dgm:pt>
    <dgm:pt modelId="{6EB314A5-9C27-4EAB-869D-BCAF31AE1520}" type="pres">
      <dgm:prSet presAssocID="{516839E3-F4D4-4660-9460-909A6F3F2244}" presName="vertSpace2a" presStyleCnt="0"/>
      <dgm:spPr/>
    </dgm:pt>
    <dgm:pt modelId="{EFA701E5-514A-43B6-A5C5-CBD4EF9CA99C}" type="pres">
      <dgm:prSet presAssocID="{516839E3-F4D4-4660-9460-909A6F3F2244}" presName="horz2" presStyleCnt="0"/>
      <dgm:spPr/>
    </dgm:pt>
    <dgm:pt modelId="{7EE36D40-8740-489E-A089-436C1D253EE2}" type="pres">
      <dgm:prSet presAssocID="{516839E3-F4D4-4660-9460-909A6F3F2244}" presName="horzSpace2" presStyleCnt="0"/>
      <dgm:spPr/>
    </dgm:pt>
    <dgm:pt modelId="{91A5FB39-9A88-490A-8DCE-F113CD29E1B5}" type="pres">
      <dgm:prSet presAssocID="{516839E3-F4D4-4660-9460-909A6F3F2244}" presName="tx2" presStyleLbl="revTx" presStyleIdx="3" presStyleCnt="6"/>
      <dgm:spPr/>
    </dgm:pt>
    <dgm:pt modelId="{AEBC4746-C931-45CC-BFC4-2E8F00CD15C8}" type="pres">
      <dgm:prSet presAssocID="{516839E3-F4D4-4660-9460-909A6F3F2244}" presName="vert2" presStyleCnt="0"/>
      <dgm:spPr/>
    </dgm:pt>
    <dgm:pt modelId="{C1E29875-E474-4FDF-9AFF-B14BCB5ADF9D}" type="pres">
      <dgm:prSet presAssocID="{516839E3-F4D4-4660-9460-909A6F3F2244}" presName="thinLine2b" presStyleLbl="callout" presStyleIdx="1" presStyleCnt="3"/>
      <dgm:spPr/>
    </dgm:pt>
    <dgm:pt modelId="{22057513-5361-4AED-92CC-32AF061F09F9}" type="pres">
      <dgm:prSet presAssocID="{516839E3-F4D4-4660-9460-909A6F3F2244}" presName="vertSpace2b" presStyleCnt="0"/>
      <dgm:spPr/>
    </dgm:pt>
    <dgm:pt modelId="{B33387C4-8D17-477C-A887-CE1A55A3949D}" type="pres">
      <dgm:prSet presAssocID="{AAEE906C-94B1-4A00-BA61-A08CAFF5BBA3}" presName="thickLine" presStyleLbl="alignNode1" presStyleIdx="2" presStyleCnt="3"/>
      <dgm:spPr/>
    </dgm:pt>
    <dgm:pt modelId="{077DF565-4B64-4E76-98B1-40FCF2598F71}" type="pres">
      <dgm:prSet presAssocID="{AAEE906C-94B1-4A00-BA61-A08CAFF5BBA3}" presName="horz1" presStyleCnt="0"/>
      <dgm:spPr/>
    </dgm:pt>
    <dgm:pt modelId="{1C5BD53B-C74A-4A26-8C2B-5231DA380539}" type="pres">
      <dgm:prSet presAssocID="{AAEE906C-94B1-4A00-BA61-A08CAFF5BBA3}" presName="tx1" presStyleLbl="revTx" presStyleIdx="4" presStyleCnt="6"/>
      <dgm:spPr/>
    </dgm:pt>
    <dgm:pt modelId="{2DF4C09D-07B3-4D0A-94B7-1217D17E4767}" type="pres">
      <dgm:prSet presAssocID="{AAEE906C-94B1-4A00-BA61-A08CAFF5BBA3}" presName="vert1" presStyleCnt="0"/>
      <dgm:spPr/>
    </dgm:pt>
    <dgm:pt modelId="{330CE6BB-0811-4909-8300-E4640BEC99DD}" type="pres">
      <dgm:prSet presAssocID="{F3078413-F64C-4A7F-806D-A7BC853E1F65}" presName="vertSpace2a" presStyleCnt="0"/>
      <dgm:spPr/>
    </dgm:pt>
    <dgm:pt modelId="{8896179B-DA8D-472B-B3B1-4F3F4F9701CE}" type="pres">
      <dgm:prSet presAssocID="{F3078413-F64C-4A7F-806D-A7BC853E1F65}" presName="horz2" presStyleCnt="0"/>
      <dgm:spPr/>
    </dgm:pt>
    <dgm:pt modelId="{3734B6DA-A03D-4076-89A6-C7AA365650B3}" type="pres">
      <dgm:prSet presAssocID="{F3078413-F64C-4A7F-806D-A7BC853E1F65}" presName="horzSpace2" presStyleCnt="0"/>
      <dgm:spPr/>
    </dgm:pt>
    <dgm:pt modelId="{B0A15868-A381-48CB-8C92-ABFACF4BE67C}" type="pres">
      <dgm:prSet presAssocID="{F3078413-F64C-4A7F-806D-A7BC853E1F65}" presName="tx2" presStyleLbl="revTx" presStyleIdx="5" presStyleCnt="6"/>
      <dgm:spPr/>
    </dgm:pt>
    <dgm:pt modelId="{D5DB7B65-6C46-4312-AC67-4A7F3C733C8C}" type="pres">
      <dgm:prSet presAssocID="{F3078413-F64C-4A7F-806D-A7BC853E1F65}" presName="vert2" presStyleCnt="0"/>
      <dgm:spPr/>
    </dgm:pt>
    <dgm:pt modelId="{8F62806F-45A0-4A35-A006-B447579A5A66}" type="pres">
      <dgm:prSet presAssocID="{F3078413-F64C-4A7F-806D-A7BC853E1F65}" presName="thinLine2b" presStyleLbl="callout" presStyleIdx="2" presStyleCnt="3"/>
      <dgm:spPr/>
    </dgm:pt>
    <dgm:pt modelId="{DEF606B1-504E-4E6F-9EC5-DE9407E6ABB2}" type="pres">
      <dgm:prSet presAssocID="{F3078413-F64C-4A7F-806D-A7BC853E1F65}" presName="vertSpace2b" presStyleCnt="0"/>
      <dgm:spPr/>
    </dgm:pt>
  </dgm:ptLst>
  <dgm:cxnLst>
    <dgm:cxn modelId="{4073AD05-7876-4DB1-BE0F-93FAC4E30AEF}" srcId="{F731ABD2-58C7-44E7-A0E5-C4D4DC869334}" destId="{B08D6519-7439-4A2B-83DD-C64180CA06BA}" srcOrd="0" destOrd="0" parTransId="{D3544FA4-7057-4F96-9F41-4CC224E9D4AB}" sibTransId="{6FA6A69A-567B-4EE8-85EC-24CA87843B73}"/>
    <dgm:cxn modelId="{9BE95E11-A101-4A31-927D-6A6D98AEAEA1}" type="presOf" srcId="{AAEE906C-94B1-4A00-BA61-A08CAFF5BBA3}" destId="{1C5BD53B-C74A-4A26-8C2B-5231DA380539}" srcOrd="0" destOrd="0" presId="urn:microsoft.com/office/officeart/2008/layout/LinedList"/>
    <dgm:cxn modelId="{2C4EBF30-8983-45ED-A9D1-B523544FCD4A}" type="presOf" srcId="{516839E3-F4D4-4660-9460-909A6F3F2244}" destId="{91A5FB39-9A88-490A-8DCE-F113CD29E1B5}" srcOrd="0" destOrd="0" presId="urn:microsoft.com/office/officeart/2008/layout/LinedList"/>
    <dgm:cxn modelId="{C14E2534-7A48-485A-9660-DF10102A673B}" srcId="{EE14051E-9360-4D66-BC9B-313DA26CCC08}" destId="{AAEE906C-94B1-4A00-BA61-A08CAFF5BBA3}" srcOrd="2" destOrd="0" parTransId="{D71C9326-6237-4A22-9875-C2E74247CA43}" sibTransId="{414E23A5-BA85-4FD0-BD23-A66F9DFA3E44}"/>
    <dgm:cxn modelId="{D577F45F-C8A2-465E-9627-0BB9DF37DA8D}" type="presOf" srcId="{F731ABD2-58C7-44E7-A0E5-C4D4DC869334}" destId="{42AF49E9-D616-4E5D-A9C3-E89F11C58E43}" srcOrd="0" destOrd="0" presId="urn:microsoft.com/office/officeart/2008/layout/LinedList"/>
    <dgm:cxn modelId="{9DECC260-E3B6-4E76-AB01-CEB4DC9AA43B}" srcId="{EE14051E-9360-4D66-BC9B-313DA26CCC08}" destId="{99732DCC-1A05-4B49-87FF-7A5DB7F989AB}" srcOrd="1" destOrd="0" parTransId="{06EE19A0-1890-4094-B1E7-7F75AB12E6E1}" sibTransId="{F19A1BA9-9397-47A5-BA3B-6A8C09003A17}"/>
    <dgm:cxn modelId="{B4479474-7B8D-4C37-8164-02133A257D6B}" srcId="{AAEE906C-94B1-4A00-BA61-A08CAFF5BBA3}" destId="{F3078413-F64C-4A7F-806D-A7BC853E1F65}" srcOrd="0" destOrd="0" parTransId="{4D382586-C0C5-4412-930D-7C9285E07F96}" sibTransId="{620CE577-E532-4347-9B0A-F9C68341652F}"/>
    <dgm:cxn modelId="{1AEC5677-5AB4-41DB-BE75-7C61BC468FF7}" srcId="{EE14051E-9360-4D66-BC9B-313DA26CCC08}" destId="{F731ABD2-58C7-44E7-A0E5-C4D4DC869334}" srcOrd="0" destOrd="0" parTransId="{25D49990-43C2-4B8D-816A-F61B7DF740BD}" sibTransId="{B5F79B2B-B2BF-4A4A-9C5F-958AF9CF4E16}"/>
    <dgm:cxn modelId="{9048EA7D-F97B-4815-ABA5-9A9512548D59}" type="presOf" srcId="{99732DCC-1A05-4B49-87FF-7A5DB7F989AB}" destId="{707C645C-402B-42EA-8240-EB2229BAF36D}" srcOrd="0" destOrd="0" presId="urn:microsoft.com/office/officeart/2008/layout/LinedList"/>
    <dgm:cxn modelId="{CDD18995-1AE0-49E8-914E-5A351C9E895C}" srcId="{99732DCC-1A05-4B49-87FF-7A5DB7F989AB}" destId="{516839E3-F4D4-4660-9460-909A6F3F2244}" srcOrd="0" destOrd="0" parTransId="{4FA63DD1-169E-4B7C-B98D-793A35E0BB25}" sibTransId="{ED3C8F8B-7629-49D5-8CC8-E20D79F91DB4}"/>
    <dgm:cxn modelId="{713802AA-8CFA-4A60-890B-3508D66516E5}" type="presOf" srcId="{EE14051E-9360-4D66-BC9B-313DA26CCC08}" destId="{70DC8759-009D-43D2-BB0C-0CDEE77F0A8A}" srcOrd="0" destOrd="0" presId="urn:microsoft.com/office/officeart/2008/layout/LinedList"/>
    <dgm:cxn modelId="{653F90EB-F3F9-4DA5-AFBD-70B08EE090B5}" type="presOf" srcId="{B08D6519-7439-4A2B-83DD-C64180CA06BA}" destId="{546BFFD4-F97F-4EF0-BB6E-AF44CC32E51F}" srcOrd="0" destOrd="0" presId="urn:microsoft.com/office/officeart/2008/layout/LinedList"/>
    <dgm:cxn modelId="{0F463AF5-19FC-408F-871F-A795FC391E3A}" type="presOf" srcId="{F3078413-F64C-4A7F-806D-A7BC853E1F65}" destId="{B0A15868-A381-48CB-8C92-ABFACF4BE67C}" srcOrd="0" destOrd="0" presId="urn:microsoft.com/office/officeart/2008/layout/LinedList"/>
    <dgm:cxn modelId="{932C5459-2271-4605-9477-377A593EFE21}" type="presParOf" srcId="{70DC8759-009D-43D2-BB0C-0CDEE77F0A8A}" destId="{6AD4B8A2-0990-460B-9856-3C50FE84C3CE}" srcOrd="0" destOrd="0" presId="urn:microsoft.com/office/officeart/2008/layout/LinedList"/>
    <dgm:cxn modelId="{813C9F93-6C53-4759-98FF-7B46F9C0D8FC}" type="presParOf" srcId="{70DC8759-009D-43D2-BB0C-0CDEE77F0A8A}" destId="{CC72C533-2C10-4C41-8F6B-A374218BDE71}" srcOrd="1" destOrd="0" presId="urn:microsoft.com/office/officeart/2008/layout/LinedList"/>
    <dgm:cxn modelId="{AA5C4107-A13A-4851-ABA0-2C716CB610BC}" type="presParOf" srcId="{CC72C533-2C10-4C41-8F6B-A374218BDE71}" destId="{42AF49E9-D616-4E5D-A9C3-E89F11C58E43}" srcOrd="0" destOrd="0" presId="urn:microsoft.com/office/officeart/2008/layout/LinedList"/>
    <dgm:cxn modelId="{3027E717-B539-4F4B-95CD-33253FE20CF4}" type="presParOf" srcId="{CC72C533-2C10-4C41-8F6B-A374218BDE71}" destId="{EB7D98B0-F814-4C24-9749-340972650E09}" srcOrd="1" destOrd="0" presId="urn:microsoft.com/office/officeart/2008/layout/LinedList"/>
    <dgm:cxn modelId="{080F56E4-7B8E-4BB4-9DCB-2AA827C6815A}" type="presParOf" srcId="{EB7D98B0-F814-4C24-9749-340972650E09}" destId="{32A7DC14-E6F8-4550-AE23-3361805CA779}" srcOrd="0" destOrd="0" presId="urn:microsoft.com/office/officeart/2008/layout/LinedList"/>
    <dgm:cxn modelId="{A9D7A54C-367D-494A-B5B1-E51BB4C78D08}" type="presParOf" srcId="{EB7D98B0-F814-4C24-9749-340972650E09}" destId="{BE2A0AD3-5F41-4071-944B-3504AB19A544}" srcOrd="1" destOrd="0" presId="urn:microsoft.com/office/officeart/2008/layout/LinedList"/>
    <dgm:cxn modelId="{84366261-EB13-4F00-88C3-85257514C457}" type="presParOf" srcId="{BE2A0AD3-5F41-4071-944B-3504AB19A544}" destId="{5BD82420-394D-4579-A8CA-929E7B43C431}" srcOrd="0" destOrd="0" presId="urn:microsoft.com/office/officeart/2008/layout/LinedList"/>
    <dgm:cxn modelId="{0ECE26A1-F42B-4411-A4F5-D865ED561CAD}" type="presParOf" srcId="{BE2A0AD3-5F41-4071-944B-3504AB19A544}" destId="{546BFFD4-F97F-4EF0-BB6E-AF44CC32E51F}" srcOrd="1" destOrd="0" presId="urn:microsoft.com/office/officeart/2008/layout/LinedList"/>
    <dgm:cxn modelId="{AFAD7284-4E7F-471E-A797-7CBE51CC5B0A}" type="presParOf" srcId="{BE2A0AD3-5F41-4071-944B-3504AB19A544}" destId="{E52BD98A-0D3F-49B4-A96A-E19C713BB6FC}" srcOrd="2" destOrd="0" presId="urn:microsoft.com/office/officeart/2008/layout/LinedList"/>
    <dgm:cxn modelId="{BF4F496F-CD29-4456-BB44-EE198C4818B7}" type="presParOf" srcId="{EB7D98B0-F814-4C24-9749-340972650E09}" destId="{007E5A3B-ED7A-40F2-B2F1-F5BB6212F292}" srcOrd="2" destOrd="0" presId="urn:microsoft.com/office/officeart/2008/layout/LinedList"/>
    <dgm:cxn modelId="{9F71FB25-6C9A-4C47-B603-BAC423DEEC65}" type="presParOf" srcId="{EB7D98B0-F814-4C24-9749-340972650E09}" destId="{68A71E24-E7DE-42D2-86A3-21C48DB9346E}" srcOrd="3" destOrd="0" presId="urn:microsoft.com/office/officeart/2008/layout/LinedList"/>
    <dgm:cxn modelId="{6B8A7BD3-C45B-4606-89F5-878B3937247E}" type="presParOf" srcId="{70DC8759-009D-43D2-BB0C-0CDEE77F0A8A}" destId="{7D348598-2C72-4660-8048-9B7C5DA29C1D}" srcOrd="2" destOrd="0" presId="urn:microsoft.com/office/officeart/2008/layout/LinedList"/>
    <dgm:cxn modelId="{E60C3665-B5EF-4AC2-AC2C-787C40A73552}" type="presParOf" srcId="{70DC8759-009D-43D2-BB0C-0CDEE77F0A8A}" destId="{8D8CE938-E233-4017-B0B9-76136E4FADB2}" srcOrd="3" destOrd="0" presId="urn:microsoft.com/office/officeart/2008/layout/LinedList"/>
    <dgm:cxn modelId="{6F90C5CD-4D40-485F-9990-C67EA50F25A0}" type="presParOf" srcId="{8D8CE938-E233-4017-B0B9-76136E4FADB2}" destId="{707C645C-402B-42EA-8240-EB2229BAF36D}" srcOrd="0" destOrd="0" presId="urn:microsoft.com/office/officeart/2008/layout/LinedList"/>
    <dgm:cxn modelId="{B4A12BCC-633A-4BBB-971F-381589BAF3C7}" type="presParOf" srcId="{8D8CE938-E233-4017-B0B9-76136E4FADB2}" destId="{00A5C2B3-AC1B-49B3-AA71-F3921706C301}" srcOrd="1" destOrd="0" presId="urn:microsoft.com/office/officeart/2008/layout/LinedList"/>
    <dgm:cxn modelId="{664126EB-E4A9-498C-BAF9-CB215BA9ABE7}" type="presParOf" srcId="{00A5C2B3-AC1B-49B3-AA71-F3921706C301}" destId="{6EB314A5-9C27-4EAB-869D-BCAF31AE1520}" srcOrd="0" destOrd="0" presId="urn:microsoft.com/office/officeart/2008/layout/LinedList"/>
    <dgm:cxn modelId="{66931EBF-4A3F-4841-8744-3D047379B849}" type="presParOf" srcId="{00A5C2B3-AC1B-49B3-AA71-F3921706C301}" destId="{EFA701E5-514A-43B6-A5C5-CBD4EF9CA99C}" srcOrd="1" destOrd="0" presId="urn:microsoft.com/office/officeart/2008/layout/LinedList"/>
    <dgm:cxn modelId="{B85CD775-E061-4C98-AC65-4CE2BE547E11}" type="presParOf" srcId="{EFA701E5-514A-43B6-A5C5-CBD4EF9CA99C}" destId="{7EE36D40-8740-489E-A089-436C1D253EE2}" srcOrd="0" destOrd="0" presId="urn:microsoft.com/office/officeart/2008/layout/LinedList"/>
    <dgm:cxn modelId="{2735AE7C-3A78-42C4-A890-BA3DB6238996}" type="presParOf" srcId="{EFA701E5-514A-43B6-A5C5-CBD4EF9CA99C}" destId="{91A5FB39-9A88-490A-8DCE-F113CD29E1B5}" srcOrd="1" destOrd="0" presId="urn:microsoft.com/office/officeart/2008/layout/LinedList"/>
    <dgm:cxn modelId="{8ED40FAF-C315-459B-85D6-B0388FE90AA7}" type="presParOf" srcId="{EFA701E5-514A-43B6-A5C5-CBD4EF9CA99C}" destId="{AEBC4746-C931-45CC-BFC4-2E8F00CD15C8}" srcOrd="2" destOrd="0" presId="urn:microsoft.com/office/officeart/2008/layout/LinedList"/>
    <dgm:cxn modelId="{F440FC82-5E52-4A80-AB2F-63F0377AEF6E}" type="presParOf" srcId="{00A5C2B3-AC1B-49B3-AA71-F3921706C301}" destId="{C1E29875-E474-4FDF-9AFF-B14BCB5ADF9D}" srcOrd="2" destOrd="0" presId="urn:microsoft.com/office/officeart/2008/layout/LinedList"/>
    <dgm:cxn modelId="{2360BB32-D583-4C76-82B4-F206C3FA58F8}" type="presParOf" srcId="{00A5C2B3-AC1B-49B3-AA71-F3921706C301}" destId="{22057513-5361-4AED-92CC-32AF061F09F9}" srcOrd="3" destOrd="0" presId="urn:microsoft.com/office/officeart/2008/layout/LinedList"/>
    <dgm:cxn modelId="{8CE37F95-4252-4BFB-B3BC-D1E2279828E3}" type="presParOf" srcId="{70DC8759-009D-43D2-BB0C-0CDEE77F0A8A}" destId="{B33387C4-8D17-477C-A887-CE1A55A3949D}" srcOrd="4" destOrd="0" presId="urn:microsoft.com/office/officeart/2008/layout/LinedList"/>
    <dgm:cxn modelId="{73A41C46-DE70-4CA2-BDFE-E0DCC5066C9A}" type="presParOf" srcId="{70DC8759-009D-43D2-BB0C-0CDEE77F0A8A}" destId="{077DF565-4B64-4E76-98B1-40FCF2598F71}" srcOrd="5" destOrd="0" presId="urn:microsoft.com/office/officeart/2008/layout/LinedList"/>
    <dgm:cxn modelId="{C32A08C8-8B4A-4A86-8310-1FF692EA06D0}" type="presParOf" srcId="{077DF565-4B64-4E76-98B1-40FCF2598F71}" destId="{1C5BD53B-C74A-4A26-8C2B-5231DA380539}" srcOrd="0" destOrd="0" presId="urn:microsoft.com/office/officeart/2008/layout/LinedList"/>
    <dgm:cxn modelId="{E973E7D8-9E49-4CA8-B474-79C3878208CC}" type="presParOf" srcId="{077DF565-4B64-4E76-98B1-40FCF2598F71}" destId="{2DF4C09D-07B3-4D0A-94B7-1217D17E4767}" srcOrd="1" destOrd="0" presId="urn:microsoft.com/office/officeart/2008/layout/LinedList"/>
    <dgm:cxn modelId="{BB71BCBC-220D-4A59-9B10-E425D126E5BD}" type="presParOf" srcId="{2DF4C09D-07B3-4D0A-94B7-1217D17E4767}" destId="{330CE6BB-0811-4909-8300-E4640BEC99DD}" srcOrd="0" destOrd="0" presId="urn:microsoft.com/office/officeart/2008/layout/LinedList"/>
    <dgm:cxn modelId="{2E21A7EB-B043-4912-A977-56B347189371}" type="presParOf" srcId="{2DF4C09D-07B3-4D0A-94B7-1217D17E4767}" destId="{8896179B-DA8D-472B-B3B1-4F3F4F9701CE}" srcOrd="1" destOrd="0" presId="urn:microsoft.com/office/officeart/2008/layout/LinedList"/>
    <dgm:cxn modelId="{34990091-A366-476D-A65F-082A7DB315CB}" type="presParOf" srcId="{8896179B-DA8D-472B-B3B1-4F3F4F9701CE}" destId="{3734B6DA-A03D-4076-89A6-C7AA365650B3}" srcOrd="0" destOrd="0" presId="urn:microsoft.com/office/officeart/2008/layout/LinedList"/>
    <dgm:cxn modelId="{9C631355-C77B-4992-84B6-F58986546966}" type="presParOf" srcId="{8896179B-DA8D-472B-B3B1-4F3F4F9701CE}" destId="{B0A15868-A381-48CB-8C92-ABFACF4BE67C}" srcOrd="1" destOrd="0" presId="urn:microsoft.com/office/officeart/2008/layout/LinedList"/>
    <dgm:cxn modelId="{7B4782AD-C83D-493C-BD75-870A69EFE5EE}" type="presParOf" srcId="{8896179B-DA8D-472B-B3B1-4F3F4F9701CE}" destId="{D5DB7B65-6C46-4312-AC67-4A7F3C733C8C}" srcOrd="2" destOrd="0" presId="urn:microsoft.com/office/officeart/2008/layout/LinedList"/>
    <dgm:cxn modelId="{A8A411E0-FFB6-4652-AD80-124D43436F08}" type="presParOf" srcId="{2DF4C09D-07B3-4D0A-94B7-1217D17E4767}" destId="{8F62806F-45A0-4A35-A006-B447579A5A66}" srcOrd="2" destOrd="0" presId="urn:microsoft.com/office/officeart/2008/layout/LinedList"/>
    <dgm:cxn modelId="{89BFFE39-DAE7-413B-A93A-D18E66E02FB0}" type="presParOf" srcId="{2DF4C09D-07B3-4D0A-94B7-1217D17E4767}" destId="{DEF606B1-504E-4E6F-9EC5-DE9407E6ABB2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F0A293-8C3F-4127-8EA3-85D60C084109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D24D2E3-B7E6-4216-80EB-6427626E5752}">
      <dgm:prSet/>
      <dgm:spPr/>
      <dgm:t>
        <a:bodyPr/>
        <a:lstStyle/>
        <a:p>
          <a:r>
            <a:rPr lang="en-US"/>
            <a:t>Plan schedules to match team availability</a:t>
          </a:r>
        </a:p>
      </dgm:t>
    </dgm:pt>
    <dgm:pt modelId="{CF4EAFDC-7114-47A5-A85B-39BC26F9F4D3}" type="parTrans" cxnId="{BF098FE5-02DA-471C-A8C1-CB0C1EA1A6C7}">
      <dgm:prSet/>
      <dgm:spPr/>
      <dgm:t>
        <a:bodyPr/>
        <a:lstStyle/>
        <a:p>
          <a:endParaRPr lang="en-US"/>
        </a:p>
      </dgm:t>
    </dgm:pt>
    <dgm:pt modelId="{6989D46E-8380-4E66-9578-D0102829A8F5}" type="sibTrans" cxnId="{BF098FE5-02DA-471C-A8C1-CB0C1EA1A6C7}">
      <dgm:prSet/>
      <dgm:spPr/>
      <dgm:t>
        <a:bodyPr/>
        <a:lstStyle/>
        <a:p>
          <a:endParaRPr lang="en-US"/>
        </a:p>
      </dgm:t>
    </dgm:pt>
    <dgm:pt modelId="{C7A7CF81-AD57-411A-AF3A-E96285228E61}">
      <dgm:prSet/>
      <dgm:spPr/>
      <dgm:t>
        <a:bodyPr/>
        <a:lstStyle/>
        <a:p>
          <a:r>
            <a:rPr lang="en-US"/>
            <a:t>Balance workload and rotation frequency</a:t>
          </a:r>
        </a:p>
      </dgm:t>
    </dgm:pt>
    <dgm:pt modelId="{3473FB47-95FE-4FC3-87D0-CF96177223CE}" type="parTrans" cxnId="{D6B3A88E-5448-4FB3-8010-A930F79CC35D}">
      <dgm:prSet/>
      <dgm:spPr/>
      <dgm:t>
        <a:bodyPr/>
        <a:lstStyle/>
        <a:p>
          <a:endParaRPr lang="en-US"/>
        </a:p>
      </dgm:t>
    </dgm:pt>
    <dgm:pt modelId="{99E7CF22-311B-4BDD-AE83-DB7538B0FB28}" type="sibTrans" cxnId="{D6B3A88E-5448-4FB3-8010-A930F79CC35D}">
      <dgm:prSet/>
      <dgm:spPr/>
      <dgm:t>
        <a:bodyPr/>
        <a:lstStyle/>
        <a:p>
          <a:endParaRPr lang="en-US"/>
        </a:p>
      </dgm:t>
    </dgm:pt>
    <dgm:pt modelId="{82E473E1-1F4C-4F4C-A9F1-8CB0ED07B4C3}">
      <dgm:prSet/>
      <dgm:spPr/>
      <dgm:t>
        <a:bodyPr/>
        <a:lstStyle/>
        <a:p>
          <a:r>
            <a:rPr lang="en-US"/>
            <a:t>Use escalation policies  ( letting the right person know)</a:t>
          </a:r>
        </a:p>
      </dgm:t>
    </dgm:pt>
    <dgm:pt modelId="{CF9DD309-A4CB-406E-8D21-809040D71395}" type="parTrans" cxnId="{1B877E0D-E38B-44B1-ABF7-EE9B048344D2}">
      <dgm:prSet/>
      <dgm:spPr/>
      <dgm:t>
        <a:bodyPr/>
        <a:lstStyle/>
        <a:p>
          <a:endParaRPr lang="en-US"/>
        </a:p>
      </dgm:t>
    </dgm:pt>
    <dgm:pt modelId="{8C2C604F-E28A-4DB1-B46F-9AFA719821DC}" type="sibTrans" cxnId="{1B877E0D-E38B-44B1-ABF7-EE9B048344D2}">
      <dgm:prSet/>
      <dgm:spPr/>
      <dgm:t>
        <a:bodyPr/>
        <a:lstStyle/>
        <a:p>
          <a:endParaRPr lang="en-US"/>
        </a:p>
      </dgm:t>
    </dgm:pt>
    <dgm:pt modelId="{1524A3EF-5083-4DA4-9E7D-06254477A285}">
      <dgm:prSet/>
      <dgm:spPr/>
      <dgm:t>
        <a:bodyPr/>
        <a:lstStyle/>
        <a:p>
          <a:r>
            <a:rPr lang="en-US"/>
            <a:t>Collaboration, collaboration and collaboration across teams is essential</a:t>
          </a:r>
        </a:p>
      </dgm:t>
    </dgm:pt>
    <dgm:pt modelId="{72E69359-C7E0-4D93-92D1-D162CA375F5D}" type="parTrans" cxnId="{76966A45-4DB0-4246-8DC0-3427A0843529}">
      <dgm:prSet/>
      <dgm:spPr/>
      <dgm:t>
        <a:bodyPr/>
        <a:lstStyle/>
        <a:p>
          <a:endParaRPr lang="en-US"/>
        </a:p>
      </dgm:t>
    </dgm:pt>
    <dgm:pt modelId="{D433CA48-1096-4233-97E8-C1EB489ECEF9}" type="sibTrans" cxnId="{76966A45-4DB0-4246-8DC0-3427A0843529}">
      <dgm:prSet/>
      <dgm:spPr/>
      <dgm:t>
        <a:bodyPr/>
        <a:lstStyle/>
        <a:p>
          <a:endParaRPr lang="en-US"/>
        </a:p>
      </dgm:t>
    </dgm:pt>
    <dgm:pt modelId="{F44B9470-11BA-4D62-B5CB-2AF02EF2BC14}" type="pres">
      <dgm:prSet presAssocID="{C7F0A293-8C3F-4127-8EA3-85D60C084109}" presName="vert0" presStyleCnt="0">
        <dgm:presLayoutVars>
          <dgm:dir/>
          <dgm:animOne val="branch"/>
          <dgm:animLvl val="lvl"/>
        </dgm:presLayoutVars>
      </dgm:prSet>
      <dgm:spPr/>
    </dgm:pt>
    <dgm:pt modelId="{46F986CC-878F-4E5F-8A84-13F94EF48FFB}" type="pres">
      <dgm:prSet presAssocID="{7D24D2E3-B7E6-4216-80EB-6427626E5752}" presName="thickLine" presStyleLbl="alignNode1" presStyleIdx="0" presStyleCnt="4"/>
      <dgm:spPr/>
    </dgm:pt>
    <dgm:pt modelId="{944EAB7F-DAFF-459B-972F-111E6F7705AB}" type="pres">
      <dgm:prSet presAssocID="{7D24D2E3-B7E6-4216-80EB-6427626E5752}" presName="horz1" presStyleCnt="0"/>
      <dgm:spPr/>
    </dgm:pt>
    <dgm:pt modelId="{DD354163-B21C-47BB-A3BC-69187CAFEE33}" type="pres">
      <dgm:prSet presAssocID="{7D24D2E3-B7E6-4216-80EB-6427626E5752}" presName="tx1" presStyleLbl="revTx" presStyleIdx="0" presStyleCnt="4"/>
      <dgm:spPr/>
    </dgm:pt>
    <dgm:pt modelId="{8CE1FB20-3816-4BB8-804F-3872BD134BE1}" type="pres">
      <dgm:prSet presAssocID="{7D24D2E3-B7E6-4216-80EB-6427626E5752}" presName="vert1" presStyleCnt="0"/>
      <dgm:spPr/>
    </dgm:pt>
    <dgm:pt modelId="{DC013619-5C49-4A6F-8F79-133B4A892E0E}" type="pres">
      <dgm:prSet presAssocID="{C7A7CF81-AD57-411A-AF3A-E96285228E61}" presName="thickLine" presStyleLbl="alignNode1" presStyleIdx="1" presStyleCnt="4"/>
      <dgm:spPr/>
    </dgm:pt>
    <dgm:pt modelId="{27337EF1-EBE3-45A4-B95D-7AC7AD67B903}" type="pres">
      <dgm:prSet presAssocID="{C7A7CF81-AD57-411A-AF3A-E96285228E61}" presName="horz1" presStyleCnt="0"/>
      <dgm:spPr/>
    </dgm:pt>
    <dgm:pt modelId="{E3F07A39-97FE-44E3-BB55-D358A4013A23}" type="pres">
      <dgm:prSet presAssocID="{C7A7CF81-AD57-411A-AF3A-E96285228E61}" presName="tx1" presStyleLbl="revTx" presStyleIdx="1" presStyleCnt="4"/>
      <dgm:spPr/>
    </dgm:pt>
    <dgm:pt modelId="{E18784CB-EDDA-4BE0-A7ED-AFF2F704912D}" type="pres">
      <dgm:prSet presAssocID="{C7A7CF81-AD57-411A-AF3A-E96285228E61}" presName="vert1" presStyleCnt="0"/>
      <dgm:spPr/>
    </dgm:pt>
    <dgm:pt modelId="{63A15E9F-FD87-4D58-A431-ACB49F7E2044}" type="pres">
      <dgm:prSet presAssocID="{82E473E1-1F4C-4F4C-A9F1-8CB0ED07B4C3}" presName="thickLine" presStyleLbl="alignNode1" presStyleIdx="2" presStyleCnt="4"/>
      <dgm:spPr/>
    </dgm:pt>
    <dgm:pt modelId="{BE436B09-A64B-43EE-B6F5-CF1D2190066F}" type="pres">
      <dgm:prSet presAssocID="{82E473E1-1F4C-4F4C-A9F1-8CB0ED07B4C3}" presName="horz1" presStyleCnt="0"/>
      <dgm:spPr/>
    </dgm:pt>
    <dgm:pt modelId="{1F4B4571-346C-4F17-B0CA-1A2D811B7781}" type="pres">
      <dgm:prSet presAssocID="{82E473E1-1F4C-4F4C-A9F1-8CB0ED07B4C3}" presName="tx1" presStyleLbl="revTx" presStyleIdx="2" presStyleCnt="4"/>
      <dgm:spPr/>
    </dgm:pt>
    <dgm:pt modelId="{D7A6A778-309A-4348-9615-615875B85378}" type="pres">
      <dgm:prSet presAssocID="{82E473E1-1F4C-4F4C-A9F1-8CB0ED07B4C3}" presName="vert1" presStyleCnt="0"/>
      <dgm:spPr/>
    </dgm:pt>
    <dgm:pt modelId="{129A346C-BE33-4714-B408-FE498B16C303}" type="pres">
      <dgm:prSet presAssocID="{1524A3EF-5083-4DA4-9E7D-06254477A285}" presName="thickLine" presStyleLbl="alignNode1" presStyleIdx="3" presStyleCnt="4"/>
      <dgm:spPr/>
    </dgm:pt>
    <dgm:pt modelId="{F5C4C2F8-4A87-42C2-B9F4-B75BBC131A40}" type="pres">
      <dgm:prSet presAssocID="{1524A3EF-5083-4DA4-9E7D-06254477A285}" presName="horz1" presStyleCnt="0"/>
      <dgm:spPr/>
    </dgm:pt>
    <dgm:pt modelId="{B5119541-077B-4F3D-A797-00EC2B0136F5}" type="pres">
      <dgm:prSet presAssocID="{1524A3EF-5083-4DA4-9E7D-06254477A285}" presName="tx1" presStyleLbl="revTx" presStyleIdx="3" presStyleCnt="4"/>
      <dgm:spPr/>
    </dgm:pt>
    <dgm:pt modelId="{95A7CB50-DD59-485B-927B-E5D3A1F44074}" type="pres">
      <dgm:prSet presAssocID="{1524A3EF-5083-4DA4-9E7D-06254477A285}" presName="vert1" presStyleCnt="0"/>
      <dgm:spPr/>
    </dgm:pt>
  </dgm:ptLst>
  <dgm:cxnLst>
    <dgm:cxn modelId="{1B877E0D-E38B-44B1-ABF7-EE9B048344D2}" srcId="{C7F0A293-8C3F-4127-8EA3-85D60C084109}" destId="{82E473E1-1F4C-4F4C-A9F1-8CB0ED07B4C3}" srcOrd="2" destOrd="0" parTransId="{CF9DD309-A4CB-406E-8D21-809040D71395}" sibTransId="{8C2C604F-E28A-4DB1-B46F-9AFA719821DC}"/>
    <dgm:cxn modelId="{76966A45-4DB0-4246-8DC0-3427A0843529}" srcId="{C7F0A293-8C3F-4127-8EA3-85D60C084109}" destId="{1524A3EF-5083-4DA4-9E7D-06254477A285}" srcOrd="3" destOrd="0" parTransId="{72E69359-C7E0-4D93-92D1-D162CA375F5D}" sibTransId="{D433CA48-1096-4233-97E8-C1EB489ECEF9}"/>
    <dgm:cxn modelId="{D6B3A88E-5448-4FB3-8010-A930F79CC35D}" srcId="{C7F0A293-8C3F-4127-8EA3-85D60C084109}" destId="{C7A7CF81-AD57-411A-AF3A-E96285228E61}" srcOrd="1" destOrd="0" parTransId="{3473FB47-95FE-4FC3-87D0-CF96177223CE}" sibTransId="{99E7CF22-311B-4BDD-AE83-DB7538B0FB28}"/>
    <dgm:cxn modelId="{E6AF53A1-9D53-4D19-9B1F-F59691167D7E}" type="presOf" srcId="{C7F0A293-8C3F-4127-8EA3-85D60C084109}" destId="{F44B9470-11BA-4D62-B5CB-2AF02EF2BC14}" srcOrd="0" destOrd="0" presId="urn:microsoft.com/office/officeart/2008/layout/LinedList"/>
    <dgm:cxn modelId="{BF098FE5-02DA-471C-A8C1-CB0C1EA1A6C7}" srcId="{C7F0A293-8C3F-4127-8EA3-85D60C084109}" destId="{7D24D2E3-B7E6-4216-80EB-6427626E5752}" srcOrd="0" destOrd="0" parTransId="{CF4EAFDC-7114-47A5-A85B-39BC26F9F4D3}" sibTransId="{6989D46E-8380-4E66-9578-D0102829A8F5}"/>
    <dgm:cxn modelId="{1F340FEE-9384-4C85-9AA2-85D596FBB64E}" type="presOf" srcId="{7D24D2E3-B7E6-4216-80EB-6427626E5752}" destId="{DD354163-B21C-47BB-A3BC-69187CAFEE33}" srcOrd="0" destOrd="0" presId="urn:microsoft.com/office/officeart/2008/layout/LinedList"/>
    <dgm:cxn modelId="{27D316F2-8E4A-4333-AF4B-7D0FFD1D0A3A}" type="presOf" srcId="{C7A7CF81-AD57-411A-AF3A-E96285228E61}" destId="{E3F07A39-97FE-44E3-BB55-D358A4013A23}" srcOrd="0" destOrd="0" presId="urn:microsoft.com/office/officeart/2008/layout/LinedList"/>
    <dgm:cxn modelId="{B39D0FF6-5EF5-4A33-9E71-43D6C5305132}" type="presOf" srcId="{82E473E1-1F4C-4F4C-A9F1-8CB0ED07B4C3}" destId="{1F4B4571-346C-4F17-B0CA-1A2D811B7781}" srcOrd="0" destOrd="0" presId="urn:microsoft.com/office/officeart/2008/layout/LinedList"/>
    <dgm:cxn modelId="{72409CF8-58A0-46AC-89DB-B699E12789A4}" type="presOf" srcId="{1524A3EF-5083-4DA4-9E7D-06254477A285}" destId="{B5119541-077B-4F3D-A797-00EC2B0136F5}" srcOrd="0" destOrd="0" presId="urn:microsoft.com/office/officeart/2008/layout/LinedList"/>
    <dgm:cxn modelId="{85048FDE-66C0-4F31-9044-6FA682BB60AF}" type="presParOf" srcId="{F44B9470-11BA-4D62-B5CB-2AF02EF2BC14}" destId="{46F986CC-878F-4E5F-8A84-13F94EF48FFB}" srcOrd="0" destOrd="0" presId="urn:microsoft.com/office/officeart/2008/layout/LinedList"/>
    <dgm:cxn modelId="{645C6CE3-96F2-41CD-BF18-5D8AF78B6B1E}" type="presParOf" srcId="{F44B9470-11BA-4D62-B5CB-2AF02EF2BC14}" destId="{944EAB7F-DAFF-459B-972F-111E6F7705AB}" srcOrd="1" destOrd="0" presId="urn:microsoft.com/office/officeart/2008/layout/LinedList"/>
    <dgm:cxn modelId="{A6728C8E-0F77-41B6-81B4-E56082D95A2E}" type="presParOf" srcId="{944EAB7F-DAFF-459B-972F-111E6F7705AB}" destId="{DD354163-B21C-47BB-A3BC-69187CAFEE33}" srcOrd="0" destOrd="0" presId="urn:microsoft.com/office/officeart/2008/layout/LinedList"/>
    <dgm:cxn modelId="{29C67A71-B2D0-4055-B29A-64B8D4D1D2CD}" type="presParOf" srcId="{944EAB7F-DAFF-459B-972F-111E6F7705AB}" destId="{8CE1FB20-3816-4BB8-804F-3872BD134BE1}" srcOrd="1" destOrd="0" presId="urn:microsoft.com/office/officeart/2008/layout/LinedList"/>
    <dgm:cxn modelId="{A5BB2FEF-39CE-4C82-A8D3-BA81CA5A048A}" type="presParOf" srcId="{F44B9470-11BA-4D62-B5CB-2AF02EF2BC14}" destId="{DC013619-5C49-4A6F-8F79-133B4A892E0E}" srcOrd="2" destOrd="0" presId="urn:microsoft.com/office/officeart/2008/layout/LinedList"/>
    <dgm:cxn modelId="{F3CEF7A3-3265-47D0-9987-D36506BF448E}" type="presParOf" srcId="{F44B9470-11BA-4D62-B5CB-2AF02EF2BC14}" destId="{27337EF1-EBE3-45A4-B95D-7AC7AD67B903}" srcOrd="3" destOrd="0" presId="urn:microsoft.com/office/officeart/2008/layout/LinedList"/>
    <dgm:cxn modelId="{3E071EBC-766C-475A-B351-9E887E292C93}" type="presParOf" srcId="{27337EF1-EBE3-45A4-B95D-7AC7AD67B903}" destId="{E3F07A39-97FE-44E3-BB55-D358A4013A23}" srcOrd="0" destOrd="0" presId="urn:microsoft.com/office/officeart/2008/layout/LinedList"/>
    <dgm:cxn modelId="{1EE430F6-5132-4A82-A4A6-04053DEAA30C}" type="presParOf" srcId="{27337EF1-EBE3-45A4-B95D-7AC7AD67B903}" destId="{E18784CB-EDDA-4BE0-A7ED-AFF2F704912D}" srcOrd="1" destOrd="0" presId="urn:microsoft.com/office/officeart/2008/layout/LinedList"/>
    <dgm:cxn modelId="{65C60E5F-3228-40FF-BE31-6415913A3DEB}" type="presParOf" srcId="{F44B9470-11BA-4D62-B5CB-2AF02EF2BC14}" destId="{63A15E9F-FD87-4D58-A431-ACB49F7E2044}" srcOrd="4" destOrd="0" presId="urn:microsoft.com/office/officeart/2008/layout/LinedList"/>
    <dgm:cxn modelId="{A7833496-BCCA-4033-B2AB-FB4AF1DE4A3A}" type="presParOf" srcId="{F44B9470-11BA-4D62-B5CB-2AF02EF2BC14}" destId="{BE436B09-A64B-43EE-B6F5-CF1D2190066F}" srcOrd="5" destOrd="0" presId="urn:microsoft.com/office/officeart/2008/layout/LinedList"/>
    <dgm:cxn modelId="{F103737A-13A6-4809-BCE6-E0753E431874}" type="presParOf" srcId="{BE436B09-A64B-43EE-B6F5-CF1D2190066F}" destId="{1F4B4571-346C-4F17-B0CA-1A2D811B7781}" srcOrd="0" destOrd="0" presId="urn:microsoft.com/office/officeart/2008/layout/LinedList"/>
    <dgm:cxn modelId="{62DC1BA8-57A3-4B98-B05F-44AF6EF00B05}" type="presParOf" srcId="{BE436B09-A64B-43EE-B6F5-CF1D2190066F}" destId="{D7A6A778-309A-4348-9615-615875B85378}" srcOrd="1" destOrd="0" presId="urn:microsoft.com/office/officeart/2008/layout/LinedList"/>
    <dgm:cxn modelId="{73891E69-3E3F-4071-9118-76E0660051AC}" type="presParOf" srcId="{F44B9470-11BA-4D62-B5CB-2AF02EF2BC14}" destId="{129A346C-BE33-4714-B408-FE498B16C303}" srcOrd="6" destOrd="0" presId="urn:microsoft.com/office/officeart/2008/layout/LinedList"/>
    <dgm:cxn modelId="{7F837138-FD60-4F0A-94D7-BB6C5967E7AE}" type="presParOf" srcId="{F44B9470-11BA-4D62-B5CB-2AF02EF2BC14}" destId="{F5C4C2F8-4A87-42C2-B9F4-B75BBC131A40}" srcOrd="7" destOrd="0" presId="urn:microsoft.com/office/officeart/2008/layout/LinedList"/>
    <dgm:cxn modelId="{A35D23DE-F54B-4DDE-9656-18F5F4C4AE3E}" type="presParOf" srcId="{F5C4C2F8-4A87-42C2-B9F4-B75BBC131A40}" destId="{B5119541-077B-4F3D-A797-00EC2B0136F5}" srcOrd="0" destOrd="0" presId="urn:microsoft.com/office/officeart/2008/layout/LinedList"/>
    <dgm:cxn modelId="{0D1693E2-9B98-41C4-9B2F-13A65EF6A386}" type="presParOf" srcId="{F5C4C2F8-4A87-42C2-B9F4-B75BBC131A40}" destId="{95A7CB50-DD59-485B-927B-E5D3A1F4407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C27BD3-F69B-4252-A53C-143976F085C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C2179CB-1BD3-4594-9ACE-47B28BA3DADD}">
      <dgm:prSet/>
      <dgm:spPr/>
      <dgm:t>
        <a:bodyPr/>
        <a:lstStyle/>
        <a:p>
          <a:r>
            <a:rPr lang="en-US"/>
            <a:t>Deciding how frequently engineers rotate</a:t>
          </a:r>
        </a:p>
      </dgm:t>
    </dgm:pt>
    <dgm:pt modelId="{47CD4F87-5158-4004-ADAC-EE212FE6C91A}" type="parTrans" cxnId="{2076EF2F-33D3-4270-BE8B-67595E0CF42A}">
      <dgm:prSet/>
      <dgm:spPr/>
      <dgm:t>
        <a:bodyPr/>
        <a:lstStyle/>
        <a:p>
          <a:endParaRPr lang="en-US"/>
        </a:p>
      </dgm:t>
    </dgm:pt>
    <dgm:pt modelId="{41AF69B7-230D-4FBE-A2FB-B770FDE5ADF0}" type="sibTrans" cxnId="{2076EF2F-33D3-4270-BE8B-67595E0CF42A}">
      <dgm:prSet/>
      <dgm:spPr/>
      <dgm:t>
        <a:bodyPr/>
        <a:lstStyle/>
        <a:p>
          <a:endParaRPr lang="en-US"/>
        </a:p>
      </dgm:t>
    </dgm:pt>
    <dgm:pt modelId="{03380AB1-3C96-4AD3-9657-A2F68139307E}">
      <dgm:prSet/>
      <dgm:spPr/>
      <dgm:t>
        <a:bodyPr/>
        <a:lstStyle/>
        <a:p>
          <a:r>
            <a:rPr lang="en-US"/>
            <a:t>Assign backup responders for cases where the primary is unavailable</a:t>
          </a:r>
        </a:p>
      </dgm:t>
    </dgm:pt>
    <dgm:pt modelId="{D22D5CF1-DC7D-4231-9C23-FA375613CAAB}" type="parTrans" cxnId="{B16F1A9B-B290-4780-B0EC-C4125790E257}">
      <dgm:prSet/>
      <dgm:spPr/>
      <dgm:t>
        <a:bodyPr/>
        <a:lstStyle/>
        <a:p>
          <a:endParaRPr lang="en-US"/>
        </a:p>
      </dgm:t>
    </dgm:pt>
    <dgm:pt modelId="{B7A8E2DB-12C1-4735-9290-59C2AA6654EE}" type="sibTrans" cxnId="{B16F1A9B-B290-4780-B0EC-C4125790E257}">
      <dgm:prSet/>
      <dgm:spPr/>
      <dgm:t>
        <a:bodyPr/>
        <a:lstStyle/>
        <a:p>
          <a:endParaRPr lang="en-US"/>
        </a:p>
      </dgm:t>
    </dgm:pt>
    <dgm:pt modelId="{CBC40270-BE25-49E6-BDAD-4DD1BB48717F}">
      <dgm:prSet/>
      <dgm:spPr/>
      <dgm:t>
        <a:bodyPr/>
        <a:lstStyle/>
        <a:p>
          <a:r>
            <a:rPr lang="en-US"/>
            <a:t>Time zone coverage</a:t>
          </a:r>
        </a:p>
      </dgm:t>
    </dgm:pt>
    <dgm:pt modelId="{852C8403-8D13-47AA-A406-55748B6F79EB}" type="parTrans" cxnId="{CD26BB15-0CF7-40D7-85BE-736F265F88B0}">
      <dgm:prSet/>
      <dgm:spPr/>
      <dgm:t>
        <a:bodyPr/>
        <a:lstStyle/>
        <a:p>
          <a:endParaRPr lang="en-US"/>
        </a:p>
      </dgm:t>
    </dgm:pt>
    <dgm:pt modelId="{39C6DBFC-B346-48F8-B502-686F5802B8C1}" type="sibTrans" cxnId="{CD26BB15-0CF7-40D7-85BE-736F265F88B0}">
      <dgm:prSet/>
      <dgm:spPr/>
      <dgm:t>
        <a:bodyPr/>
        <a:lstStyle/>
        <a:p>
          <a:endParaRPr lang="en-US"/>
        </a:p>
      </dgm:t>
    </dgm:pt>
    <dgm:pt modelId="{5021BDD5-3E83-4770-89CB-3AA7D6EFA9AD}">
      <dgm:prSet/>
      <dgm:spPr/>
      <dgm:t>
        <a:bodyPr/>
        <a:lstStyle/>
        <a:p>
          <a:r>
            <a:rPr lang="en-US"/>
            <a:t>Account for vacations, sick days, and unplanned absences</a:t>
          </a:r>
        </a:p>
      </dgm:t>
    </dgm:pt>
    <dgm:pt modelId="{5AB5A110-4EBC-447F-B2E7-65611A4F9DB9}" type="parTrans" cxnId="{5F35424C-FCCE-488D-9183-58C4CECEA3BD}">
      <dgm:prSet/>
      <dgm:spPr/>
      <dgm:t>
        <a:bodyPr/>
        <a:lstStyle/>
        <a:p>
          <a:endParaRPr lang="en-US"/>
        </a:p>
      </dgm:t>
    </dgm:pt>
    <dgm:pt modelId="{ECF80D4F-F398-475E-B787-F42F5FA1B11E}" type="sibTrans" cxnId="{5F35424C-FCCE-488D-9183-58C4CECEA3BD}">
      <dgm:prSet/>
      <dgm:spPr/>
      <dgm:t>
        <a:bodyPr/>
        <a:lstStyle/>
        <a:p>
          <a:endParaRPr lang="en-US"/>
        </a:p>
      </dgm:t>
    </dgm:pt>
    <dgm:pt modelId="{06623795-5BEC-4C9F-B855-97650DEE33BC}" type="pres">
      <dgm:prSet presAssocID="{66C27BD3-F69B-4252-A53C-143976F085CB}" presName="vert0" presStyleCnt="0">
        <dgm:presLayoutVars>
          <dgm:dir/>
          <dgm:animOne val="branch"/>
          <dgm:animLvl val="lvl"/>
        </dgm:presLayoutVars>
      </dgm:prSet>
      <dgm:spPr/>
    </dgm:pt>
    <dgm:pt modelId="{40E693B3-57A3-4CAC-9243-6783980BA688}" type="pres">
      <dgm:prSet presAssocID="{BC2179CB-1BD3-4594-9ACE-47B28BA3DADD}" presName="thickLine" presStyleLbl="alignNode1" presStyleIdx="0" presStyleCnt="4"/>
      <dgm:spPr/>
    </dgm:pt>
    <dgm:pt modelId="{6FAC98B1-A016-48F1-8B0B-77F94970398C}" type="pres">
      <dgm:prSet presAssocID="{BC2179CB-1BD3-4594-9ACE-47B28BA3DADD}" presName="horz1" presStyleCnt="0"/>
      <dgm:spPr/>
    </dgm:pt>
    <dgm:pt modelId="{EC5E0BBD-3D59-45D1-9590-A15337EAFEF9}" type="pres">
      <dgm:prSet presAssocID="{BC2179CB-1BD3-4594-9ACE-47B28BA3DADD}" presName="tx1" presStyleLbl="revTx" presStyleIdx="0" presStyleCnt="4"/>
      <dgm:spPr/>
    </dgm:pt>
    <dgm:pt modelId="{3EFA6EF6-1225-4BDC-A67A-A3695830423C}" type="pres">
      <dgm:prSet presAssocID="{BC2179CB-1BD3-4594-9ACE-47B28BA3DADD}" presName="vert1" presStyleCnt="0"/>
      <dgm:spPr/>
    </dgm:pt>
    <dgm:pt modelId="{FD34BE88-E59D-49D3-8B28-481BB46E62CF}" type="pres">
      <dgm:prSet presAssocID="{03380AB1-3C96-4AD3-9657-A2F68139307E}" presName="thickLine" presStyleLbl="alignNode1" presStyleIdx="1" presStyleCnt="4"/>
      <dgm:spPr/>
    </dgm:pt>
    <dgm:pt modelId="{852E6F1F-4860-4879-9406-B5D88ACA6100}" type="pres">
      <dgm:prSet presAssocID="{03380AB1-3C96-4AD3-9657-A2F68139307E}" presName="horz1" presStyleCnt="0"/>
      <dgm:spPr/>
    </dgm:pt>
    <dgm:pt modelId="{E8E8B650-59C6-455F-A2D7-558903C28A0A}" type="pres">
      <dgm:prSet presAssocID="{03380AB1-3C96-4AD3-9657-A2F68139307E}" presName="tx1" presStyleLbl="revTx" presStyleIdx="1" presStyleCnt="4"/>
      <dgm:spPr/>
    </dgm:pt>
    <dgm:pt modelId="{0F291290-AADA-4C6F-815F-71079AB720EF}" type="pres">
      <dgm:prSet presAssocID="{03380AB1-3C96-4AD3-9657-A2F68139307E}" presName="vert1" presStyleCnt="0"/>
      <dgm:spPr/>
    </dgm:pt>
    <dgm:pt modelId="{30D7C7EB-DAF1-41BB-8775-838AF16E9AC2}" type="pres">
      <dgm:prSet presAssocID="{CBC40270-BE25-49E6-BDAD-4DD1BB48717F}" presName="thickLine" presStyleLbl="alignNode1" presStyleIdx="2" presStyleCnt="4"/>
      <dgm:spPr/>
    </dgm:pt>
    <dgm:pt modelId="{C6DA3763-8520-4535-B7DB-BB279A7E21BD}" type="pres">
      <dgm:prSet presAssocID="{CBC40270-BE25-49E6-BDAD-4DD1BB48717F}" presName="horz1" presStyleCnt="0"/>
      <dgm:spPr/>
    </dgm:pt>
    <dgm:pt modelId="{058E3BAC-F81D-43A7-95AC-33064534DC6F}" type="pres">
      <dgm:prSet presAssocID="{CBC40270-BE25-49E6-BDAD-4DD1BB48717F}" presName="tx1" presStyleLbl="revTx" presStyleIdx="2" presStyleCnt="4"/>
      <dgm:spPr/>
    </dgm:pt>
    <dgm:pt modelId="{A8F6ADC8-CEA4-4A0B-B399-EC54E26BC73F}" type="pres">
      <dgm:prSet presAssocID="{CBC40270-BE25-49E6-BDAD-4DD1BB48717F}" presName="vert1" presStyleCnt="0"/>
      <dgm:spPr/>
    </dgm:pt>
    <dgm:pt modelId="{E79DF7F5-8E7D-45E1-9249-47E087386FC0}" type="pres">
      <dgm:prSet presAssocID="{5021BDD5-3E83-4770-89CB-3AA7D6EFA9AD}" presName="thickLine" presStyleLbl="alignNode1" presStyleIdx="3" presStyleCnt="4"/>
      <dgm:spPr/>
    </dgm:pt>
    <dgm:pt modelId="{9B791184-EF98-4B1A-82F7-2F3E795ADFD8}" type="pres">
      <dgm:prSet presAssocID="{5021BDD5-3E83-4770-89CB-3AA7D6EFA9AD}" presName="horz1" presStyleCnt="0"/>
      <dgm:spPr/>
    </dgm:pt>
    <dgm:pt modelId="{759E0072-8701-491F-83C1-F47DA0A49CDF}" type="pres">
      <dgm:prSet presAssocID="{5021BDD5-3E83-4770-89CB-3AA7D6EFA9AD}" presName="tx1" presStyleLbl="revTx" presStyleIdx="3" presStyleCnt="4"/>
      <dgm:spPr/>
    </dgm:pt>
    <dgm:pt modelId="{0B559A01-C674-41B6-BFF9-4474058D425E}" type="pres">
      <dgm:prSet presAssocID="{5021BDD5-3E83-4770-89CB-3AA7D6EFA9AD}" presName="vert1" presStyleCnt="0"/>
      <dgm:spPr/>
    </dgm:pt>
  </dgm:ptLst>
  <dgm:cxnLst>
    <dgm:cxn modelId="{6645D013-3709-493F-9E95-3D98DAB6A1BA}" type="presOf" srcId="{BC2179CB-1BD3-4594-9ACE-47B28BA3DADD}" destId="{EC5E0BBD-3D59-45D1-9590-A15337EAFEF9}" srcOrd="0" destOrd="0" presId="urn:microsoft.com/office/officeart/2008/layout/LinedList"/>
    <dgm:cxn modelId="{CD26BB15-0CF7-40D7-85BE-736F265F88B0}" srcId="{66C27BD3-F69B-4252-A53C-143976F085CB}" destId="{CBC40270-BE25-49E6-BDAD-4DD1BB48717F}" srcOrd="2" destOrd="0" parTransId="{852C8403-8D13-47AA-A406-55748B6F79EB}" sibTransId="{39C6DBFC-B346-48F8-B502-686F5802B8C1}"/>
    <dgm:cxn modelId="{2076EF2F-33D3-4270-BE8B-67595E0CF42A}" srcId="{66C27BD3-F69B-4252-A53C-143976F085CB}" destId="{BC2179CB-1BD3-4594-9ACE-47B28BA3DADD}" srcOrd="0" destOrd="0" parTransId="{47CD4F87-5158-4004-ADAC-EE212FE6C91A}" sibTransId="{41AF69B7-230D-4FBE-A2FB-B770FDE5ADF0}"/>
    <dgm:cxn modelId="{5F35424C-FCCE-488D-9183-58C4CECEA3BD}" srcId="{66C27BD3-F69B-4252-A53C-143976F085CB}" destId="{5021BDD5-3E83-4770-89CB-3AA7D6EFA9AD}" srcOrd="3" destOrd="0" parTransId="{5AB5A110-4EBC-447F-B2E7-65611A4F9DB9}" sibTransId="{ECF80D4F-F398-475E-B787-F42F5FA1B11E}"/>
    <dgm:cxn modelId="{746A876E-B839-42B4-B6C8-34C5196B8695}" type="presOf" srcId="{66C27BD3-F69B-4252-A53C-143976F085CB}" destId="{06623795-5BEC-4C9F-B855-97650DEE33BC}" srcOrd="0" destOrd="0" presId="urn:microsoft.com/office/officeart/2008/layout/LinedList"/>
    <dgm:cxn modelId="{EF0A0E81-32A5-4892-B732-45C02CCB7A9C}" type="presOf" srcId="{CBC40270-BE25-49E6-BDAD-4DD1BB48717F}" destId="{058E3BAC-F81D-43A7-95AC-33064534DC6F}" srcOrd="0" destOrd="0" presId="urn:microsoft.com/office/officeart/2008/layout/LinedList"/>
    <dgm:cxn modelId="{B16F1A9B-B290-4780-B0EC-C4125790E257}" srcId="{66C27BD3-F69B-4252-A53C-143976F085CB}" destId="{03380AB1-3C96-4AD3-9657-A2F68139307E}" srcOrd="1" destOrd="0" parTransId="{D22D5CF1-DC7D-4231-9C23-FA375613CAAB}" sibTransId="{B7A8E2DB-12C1-4735-9290-59C2AA6654EE}"/>
    <dgm:cxn modelId="{987BCCC6-5169-48AA-ADD1-BC006BA8AA36}" type="presOf" srcId="{03380AB1-3C96-4AD3-9657-A2F68139307E}" destId="{E8E8B650-59C6-455F-A2D7-558903C28A0A}" srcOrd="0" destOrd="0" presId="urn:microsoft.com/office/officeart/2008/layout/LinedList"/>
    <dgm:cxn modelId="{B62DF1DE-1E7A-4AA3-A868-7219CA62FDED}" type="presOf" srcId="{5021BDD5-3E83-4770-89CB-3AA7D6EFA9AD}" destId="{759E0072-8701-491F-83C1-F47DA0A49CDF}" srcOrd="0" destOrd="0" presId="urn:microsoft.com/office/officeart/2008/layout/LinedList"/>
    <dgm:cxn modelId="{D807563B-1FC0-4EBE-80E9-F210173763F3}" type="presParOf" srcId="{06623795-5BEC-4C9F-B855-97650DEE33BC}" destId="{40E693B3-57A3-4CAC-9243-6783980BA688}" srcOrd="0" destOrd="0" presId="urn:microsoft.com/office/officeart/2008/layout/LinedList"/>
    <dgm:cxn modelId="{B861A3E3-A056-4E50-A879-DA55A11E320B}" type="presParOf" srcId="{06623795-5BEC-4C9F-B855-97650DEE33BC}" destId="{6FAC98B1-A016-48F1-8B0B-77F94970398C}" srcOrd="1" destOrd="0" presId="urn:microsoft.com/office/officeart/2008/layout/LinedList"/>
    <dgm:cxn modelId="{9CD05307-CE1E-455E-B0B0-92581EDC7868}" type="presParOf" srcId="{6FAC98B1-A016-48F1-8B0B-77F94970398C}" destId="{EC5E0BBD-3D59-45D1-9590-A15337EAFEF9}" srcOrd="0" destOrd="0" presId="urn:microsoft.com/office/officeart/2008/layout/LinedList"/>
    <dgm:cxn modelId="{199162EA-53A2-4EDE-B3C8-132D6DA3ADE2}" type="presParOf" srcId="{6FAC98B1-A016-48F1-8B0B-77F94970398C}" destId="{3EFA6EF6-1225-4BDC-A67A-A3695830423C}" srcOrd="1" destOrd="0" presId="urn:microsoft.com/office/officeart/2008/layout/LinedList"/>
    <dgm:cxn modelId="{BD332A49-393B-4016-9BF4-4F3BADC02783}" type="presParOf" srcId="{06623795-5BEC-4C9F-B855-97650DEE33BC}" destId="{FD34BE88-E59D-49D3-8B28-481BB46E62CF}" srcOrd="2" destOrd="0" presId="urn:microsoft.com/office/officeart/2008/layout/LinedList"/>
    <dgm:cxn modelId="{D94D534D-6934-4A19-B2AF-0835664B9EA6}" type="presParOf" srcId="{06623795-5BEC-4C9F-B855-97650DEE33BC}" destId="{852E6F1F-4860-4879-9406-B5D88ACA6100}" srcOrd="3" destOrd="0" presId="urn:microsoft.com/office/officeart/2008/layout/LinedList"/>
    <dgm:cxn modelId="{8E4EEF07-5CBC-4FEA-97C6-0529B97A0830}" type="presParOf" srcId="{852E6F1F-4860-4879-9406-B5D88ACA6100}" destId="{E8E8B650-59C6-455F-A2D7-558903C28A0A}" srcOrd="0" destOrd="0" presId="urn:microsoft.com/office/officeart/2008/layout/LinedList"/>
    <dgm:cxn modelId="{F24CD5C4-B334-442C-9CDB-5E5CF26DA448}" type="presParOf" srcId="{852E6F1F-4860-4879-9406-B5D88ACA6100}" destId="{0F291290-AADA-4C6F-815F-71079AB720EF}" srcOrd="1" destOrd="0" presId="urn:microsoft.com/office/officeart/2008/layout/LinedList"/>
    <dgm:cxn modelId="{B1923980-FECF-4FA9-8CB9-68D6DE9880C2}" type="presParOf" srcId="{06623795-5BEC-4C9F-B855-97650DEE33BC}" destId="{30D7C7EB-DAF1-41BB-8775-838AF16E9AC2}" srcOrd="4" destOrd="0" presId="urn:microsoft.com/office/officeart/2008/layout/LinedList"/>
    <dgm:cxn modelId="{C173F52D-B647-4341-AF9C-BA983ACD4F4F}" type="presParOf" srcId="{06623795-5BEC-4C9F-B855-97650DEE33BC}" destId="{C6DA3763-8520-4535-B7DB-BB279A7E21BD}" srcOrd="5" destOrd="0" presId="urn:microsoft.com/office/officeart/2008/layout/LinedList"/>
    <dgm:cxn modelId="{88C84A84-9B80-4E9A-9127-C04EE133E59C}" type="presParOf" srcId="{C6DA3763-8520-4535-B7DB-BB279A7E21BD}" destId="{058E3BAC-F81D-43A7-95AC-33064534DC6F}" srcOrd="0" destOrd="0" presId="urn:microsoft.com/office/officeart/2008/layout/LinedList"/>
    <dgm:cxn modelId="{782B1F0C-D46B-4765-BF2B-FA90C5D1E4EA}" type="presParOf" srcId="{C6DA3763-8520-4535-B7DB-BB279A7E21BD}" destId="{A8F6ADC8-CEA4-4A0B-B399-EC54E26BC73F}" srcOrd="1" destOrd="0" presId="urn:microsoft.com/office/officeart/2008/layout/LinedList"/>
    <dgm:cxn modelId="{C5960B56-89D4-479C-9794-22262B7ABD3D}" type="presParOf" srcId="{06623795-5BEC-4C9F-B855-97650DEE33BC}" destId="{E79DF7F5-8E7D-45E1-9249-47E087386FC0}" srcOrd="6" destOrd="0" presId="urn:microsoft.com/office/officeart/2008/layout/LinedList"/>
    <dgm:cxn modelId="{A8AB0BDF-10A1-4DC7-9739-6E2D14534432}" type="presParOf" srcId="{06623795-5BEC-4C9F-B855-97650DEE33BC}" destId="{9B791184-EF98-4B1A-82F7-2F3E795ADFD8}" srcOrd="7" destOrd="0" presId="urn:microsoft.com/office/officeart/2008/layout/LinedList"/>
    <dgm:cxn modelId="{D8F7A7CF-A1BF-4BF2-B9D3-18DF188CA3EF}" type="presParOf" srcId="{9B791184-EF98-4B1A-82F7-2F3E795ADFD8}" destId="{759E0072-8701-491F-83C1-F47DA0A49CDF}" srcOrd="0" destOrd="0" presId="urn:microsoft.com/office/officeart/2008/layout/LinedList"/>
    <dgm:cxn modelId="{360E26D4-4BD7-4405-ACE5-9A3DDACDACA4}" type="presParOf" srcId="{9B791184-EF98-4B1A-82F7-2F3E795ADFD8}" destId="{0B559A01-C674-41B6-BFF9-4474058D425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0F6CF4A-3457-4BFA-80C7-A34C4487A55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37FFB56-EC40-4549-91A5-F66B99E9D06A}">
      <dgm:prSet/>
      <dgm:spPr/>
      <dgm:t>
        <a:bodyPr/>
        <a:lstStyle/>
        <a:p>
          <a:r>
            <a:rPr lang="en-US"/>
            <a:t>OnPage Free Schedule Generator</a:t>
          </a:r>
        </a:p>
      </dgm:t>
    </dgm:pt>
    <dgm:pt modelId="{B7E270FB-3F28-4F4C-A7A6-CC98D7874227}" type="parTrans" cxnId="{773AF2C3-D63A-4D57-996D-936CD83F7426}">
      <dgm:prSet/>
      <dgm:spPr/>
      <dgm:t>
        <a:bodyPr/>
        <a:lstStyle/>
        <a:p>
          <a:endParaRPr lang="en-US"/>
        </a:p>
      </dgm:t>
    </dgm:pt>
    <dgm:pt modelId="{C258D6F8-4375-46C8-98E3-87FD40517469}" type="sibTrans" cxnId="{773AF2C3-D63A-4D57-996D-936CD83F7426}">
      <dgm:prSet/>
      <dgm:spPr/>
      <dgm:t>
        <a:bodyPr/>
        <a:lstStyle/>
        <a:p>
          <a:endParaRPr lang="en-US"/>
        </a:p>
      </dgm:t>
    </dgm:pt>
    <dgm:pt modelId="{9BEBEAF4-B568-43B2-9826-6681A6862304}">
      <dgm:prSet/>
      <dgm:spPr/>
      <dgm:t>
        <a:bodyPr/>
        <a:lstStyle/>
        <a:p>
          <a:r>
            <a:rPr lang="en-US"/>
            <a:t>PagerTree Scheduling Tool</a:t>
          </a:r>
        </a:p>
      </dgm:t>
    </dgm:pt>
    <dgm:pt modelId="{20694FD7-581B-4BB6-B2E0-A61EDD76DF7E}" type="sibTrans" cxnId="{99310D62-EE14-45A9-A66B-0E0E4DECE963}">
      <dgm:prSet/>
      <dgm:spPr/>
      <dgm:t>
        <a:bodyPr/>
        <a:lstStyle/>
        <a:p>
          <a:endParaRPr lang="en-US"/>
        </a:p>
      </dgm:t>
    </dgm:pt>
    <dgm:pt modelId="{51C8B10A-B89E-4DFD-9688-C63407AC11BA}" type="parTrans" cxnId="{99310D62-EE14-45A9-A66B-0E0E4DECE963}">
      <dgm:prSet/>
      <dgm:spPr/>
      <dgm:t>
        <a:bodyPr/>
        <a:lstStyle/>
        <a:p>
          <a:endParaRPr lang="en-US"/>
        </a:p>
      </dgm:t>
    </dgm:pt>
    <dgm:pt modelId="{9B5E99A2-B43F-4C0E-A95E-762A344406F2}" type="pres">
      <dgm:prSet presAssocID="{D0F6CF4A-3457-4BFA-80C7-A34C4487A558}" presName="vert0" presStyleCnt="0">
        <dgm:presLayoutVars>
          <dgm:dir/>
          <dgm:animOne val="branch"/>
          <dgm:animLvl val="lvl"/>
        </dgm:presLayoutVars>
      </dgm:prSet>
      <dgm:spPr/>
    </dgm:pt>
    <dgm:pt modelId="{B192AE60-FD8A-4952-B528-5FBC140B3DAA}" type="pres">
      <dgm:prSet presAssocID="{537FFB56-EC40-4549-91A5-F66B99E9D06A}" presName="thickLine" presStyleLbl="alignNode1" presStyleIdx="0" presStyleCnt="2"/>
      <dgm:spPr/>
    </dgm:pt>
    <dgm:pt modelId="{5B1AB59E-10EA-4F44-A35E-D9A4D5EE65B5}" type="pres">
      <dgm:prSet presAssocID="{537FFB56-EC40-4549-91A5-F66B99E9D06A}" presName="horz1" presStyleCnt="0"/>
      <dgm:spPr/>
    </dgm:pt>
    <dgm:pt modelId="{DB3B50EB-EE9C-4A50-A089-CD8D5984A1F7}" type="pres">
      <dgm:prSet presAssocID="{537FFB56-EC40-4549-91A5-F66B99E9D06A}" presName="tx1" presStyleLbl="revTx" presStyleIdx="0" presStyleCnt="2"/>
      <dgm:spPr/>
    </dgm:pt>
    <dgm:pt modelId="{0581C91E-847D-4372-A466-14016F235AC9}" type="pres">
      <dgm:prSet presAssocID="{537FFB56-EC40-4549-91A5-F66B99E9D06A}" presName="vert1" presStyleCnt="0"/>
      <dgm:spPr/>
    </dgm:pt>
    <dgm:pt modelId="{7533EAB0-BA73-447C-B6C3-B6D14D16930A}" type="pres">
      <dgm:prSet presAssocID="{9BEBEAF4-B568-43B2-9826-6681A6862304}" presName="thickLine" presStyleLbl="alignNode1" presStyleIdx="1" presStyleCnt="2"/>
      <dgm:spPr/>
    </dgm:pt>
    <dgm:pt modelId="{97B74842-D2C0-442B-8F35-F47BFC3EFBA6}" type="pres">
      <dgm:prSet presAssocID="{9BEBEAF4-B568-43B2-9826-6681A6862304}" presName="horz1" presStyleCnt="0"/>
      <dgm:spPr/>
    </dgm:pt>
    <dgm:pt modelId="{BF5183F9-27FE-4913-BBCA-45FF5B212658}" type="pres">
      <dgm:prSet presAssocID="{9BEBEAF4-B568-43B2-9826-6681A6862304}" presName="tx1" presStyleLbl="revTx" presStyleIdx="1" presStyleCnt="2"/>
      <dgm:spPr/>
    </dgm:pt>
    <dgm:pt modelId="{E447CADD-6518-4FDC-8523-1312571AA673}" type="pres">
      <dgm:prSet presAssocID="{9BEBEAF4-B568-43B2-9826-6681A6862304}" presName="vert1" presStyleCnt="0"/>
      <dgm:spPr/>
    </dgm:pt>
  </dgm:ptLst>
  <dgm:cxnLst>
    <dgm:cxn modelId="{99310D62-EE14-45A9-A66B-0E0E4DECE963}" srcId="{D0F6CF4A-3457-4BFA-80C7-A34C4487A558}" destId="{9BEBEAF4-B568-43B2-9826-6681A6862304}" srcOrd="1" destOrd="0" parTransId="{51C8B10A-B89E-4DFD-9688-C63407AC11BA}" sibTransId="{20694FD7-581B-4BB6-B2E0-A61EDD76DF7E}"/>
    <dgm:cxn modelId="{A0251F93-C036-4B0D-A480-5F92D878786A}" type="presOf" srcId="{537FFB56-EC40-4549-91A5-F66B99E9D06A}" destId="{DB3B50EB-EE9C-4A50-A089-CD8D5984A1F7}" srcOrd="0" destOrd="0" presId="urn:microsoft.com/office/officeart/2008/layout/LinedList"/>
    <dgm:cxn modelId="{B89F819A-9B4B-4A6E-A565-AA3B1F7FB990}" type="presOf" srcId="{D0F6CF4A-3457-4BFA-80C7-A34C4487A558}" destId="{9B5E99A2-B43F-4C0E-A95E-762A344406F2}" srcOrd="0" destOrd="0" presId="urn:microsoft.com/office/officeart/2008/layout/LinedList"/>
    <dgm:cxn modelId="{F9F3E2C1-A1FA-44FB-AF69-403170CCF7DE}" type="presOf" srcId="{9BEBEAF4-B568-43B2-9826-6681A6862304}" destId="{BF5183F9-27FE-4913-BBCA-45FF5B212658}" srcOrd="0" destOrd="0" presId="urn:microsoft.com/office/officeart/2008/layout/LinedList"/>
    <dgm:cxn modelId="{773AF2C3-D63A-4D57-996D-936CD83F7426}" srcId="{D0F6CF4A-3457-4BFA-80C7-A34C4487A558}" destId="{537FFB56-EC40-4549-91A5-F66B99E9D06A}" srcOrd="0" destOrd="0" parTransId="{B7E270FB-3F28-4F4C-A7A6-CC98D7874227}" sibTransId="{C258D6F8-4375-46C8-98E3-87FD40517469}"/>
    <dgm:cxn modelId="{847043E5-C63B-4D9A-9DEF-BAB971812C6C}" type="presParOf" srcId="{9B5E99A2-B43F-4C0E-A95E-762A344406F2}" destId="{B192AE60-FD8A-4952-B528-5FBC140B3DAA}" srcOrd="0" destOrd="0" presId="urn:microsoft.com/office/officeart/2008/layout/LinedList"/>
    <dgm:cxn modelId="{184FCBCD-8DD4-442D-87CE-8EE2FAE17376}" type="presParOf" srcId="{9B5E99A2-B43F-4C0E-A95E-762A344406F2}" destId="{5B1AB59E-10EA-4F44-A35E-D9A4D5EE65B5}" srcOrd="1" destOrd="0" presId="urn:microsoft.com/office/officeart/2008/layout/LinedList"/>
    <dgm:cxn modelId="{C0B905C3-B094-4393-9036-CA257F3946E5}" type="presParOf" srcId="{5B1AB59E-10EA-4F44-A35E-D9A4D5EE65B5}" destId="{DB3B50EB-EE9C-4A50-A089-CD8D5984A1F7}" srcOrd="0" destOrd="0" presId="urn:microsoft.com/office/officeart/2008/layout/LinedList"/>
    <dgm:cxn modelId="{9CBCA0E9-DF0D-4383-9874-5EF78E4A1021}" type="presParOf" srcId="{5B1AB59E-10EA-4F44-A35E-D9A4D5EE65B5}" destId="{0581C91E-847D-4372-A466-14016F235AC9}" srcOrd="1" destOrd="0" presId="urn:microsoft.com/office/officeart/2008/layout/LinedList"/>
    <dgm:cxn modelId="{26C1EC05-BA23-48F3-9FFB-81AE4E6E189A}" type="presParOf" srcId="{9B5E99A2-B43F-4C0E-A95E-762A344406F2}" destId="{7533EAB0-BA73-447C-B6C3-B6D14D16930A}" srcOrd="2" destOrd="0" presId="urn:microsoft.com/office/officeart/2008/layout/LinedList"/>
    <dgm:cxn modelId="{FA2E0DE8-4E6A-40DD-AB72-207EAB8C536D}" type="presParOf" srcId="{9B5E99A2-B43F-4C0E-A95E-762A344406F2}" destId="{97B74842-D2C0-442B-8F35-F47BFC3EFBA6}" srcOrd="3" destOrd="0" presId="urn:microsoft.com/office/officeart/2008/layout/LinedList"/>
    <dgm:cxn modelId="{CA27B498-1264-4CF1-9AB8-280B1674C389}" type="presParOf" srcId="{97B74842-D2C0-442B-8F35-F47BFC3EFBA6}" destId="{BF5183F9-27FE-4913-BBCA-45FF5B212658}" srcOrd="0" destOrd="0" presId="urn:microsoft.com/office/officeart/2008/layout/LinedList"/>
    <dgm:cxn modelId="{292DBB5A-28F2-46E7-B6E3-2DE8EB67A54F}" type="presParOf" srcId="{97B74842-D2C0-442B-8F35-F47BFC3EFBA6}" destId="{E447CADD-6518-4FDC-8523-1312571AA67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1F08E53-DC71-49D9-8555-3C49FA4FB82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2A7D3D2A-EAC2-4DFF-A7C5-31898D993217}">
      <dgm:prSet/>
      <dgm:spPr/>
      <dgm:t>
        <a:bodyPr/>
        <a:lstStyle/>
        <a:p>
          <a:r>
            <a:rPr lang="en-US"/>
            <a:t>Take account of what works and adjust scheduling accordingly</a:t>
          </a:r>
        </a:p>
      </dgm:t>
    </dgm:pt>
    <dgm:pt modelId="{9A0FBC69-BC6E-45FD-9A8F-1DADFF844944}" type="parTrans" cxnId="{9D80EA7F-6AEC-4471-8AEE-2566253F0120}">
      <dgm:prSet/>
      <dgm:spPr/>
      <dgm:t>
        <a:bodyPr/>
        <a:lstStyle/>
        <a:p>
          <a:endParaRPr lang="en-US"/>
        </a:p>
      </dgm:t>
    </dgm:pt>
    <dgm:pt modelId="{386A2B4A-53E1-437A-A0D6-C1D0C0E4BC73}" type="sibTrans" cxnId="{9D80EA7F-6AEC-4471-8AEE-2566253F0120}">
      <dgm:prSet/>
      <dgm:spPr/>
      <dgm:t>
        <a:bodyPr/>
        <a:lstStyle/>
        <a:p>
          <a:endParaRPr lang="en-US"/>
        </a:p>
      </dgm:t>
    </dgm:pt>
    <dgm:pt modelId="{A646D910-BBB9-4DB6-A079-E2130D488BAC}">
      <dgm:prSet/>
      <dgm:spPr/>
      <dgm:t>
        <a:bodyPr/>
        <a:lstStyle/>
        <a:p>
          <a:r>
            <a:rPr lang="en-US"/>
            <a:t>Be flexible as long as mean time goals are met</a:t>
          </a:r>
        </a:p>
      </dgm:t>
    </dgm:pt>
    <dgm:pt modelId="{5E7C2E8E-2675-40C2-8A1C-54FFDB211C88}" type="parTrans" cxnId="{91C03356-381B-4FB3-B451-614F6615F030}">
      <dgm:prSet/>
      <dgm:spPr/>
      <dgm:t>
        <a:bodyPr/>
        <a:lstStyle/>
        <a:p>
          <a:endParaRPr lang="en-US"/>
        </a:p>
      </dgm:t>
    </dgm:pt>
    <dgm:pt modelId="{9A172AE1-3E5B-4B25-8183-23AAFF804535}" type="sibTrans" cxnId="{91C03356-381B-4FB3-B451-614F6615F030}">
      <dgm:prSet/>
      <dgm:spPr/>
      <dgm:t>
        <a:bodyPr/>
        <a:lstStyle/>
        <a:p>
          <a:endParaRPr lang="en-US"/>
        </a:p>
      </dgm:t>
    </dgm:pt>
    <dgm:pt modelId="{14DD7309-AA36-44AD-A3AB-03BEDCCD1227}">
      <dgm:prSet/>
      <dgm:spPr/>
      <dgm:t>
        <a:bodyPr/>
        <a:lstStyle/>
        <a:p>
          <a:r>
            <a:rPr lang="en-US"/>
            <a:t>Award those going the extra mile to help others in the scheduling process</a:t>
          </a:r>
        </a:p>
      </dgm:t>
    </dgm:pt>
    <dgm:pt modelId="{0B54F7E5-3B6C-4F13-ABB4-6D64C62BCC15}" type="parTrans" cxnId="{A7FCBE02-4AA2-468E-9662-A344CDFA3FA5}">
      <dgm:prSet/>
      <dgm:spPr/>
      <dgm:t>
        <a:bodyPr/>
        <a:lstStyle/>
        <a:p>
          <a:endParaRPr lang="en-US"/>
        </a:p>
      </dgm:t>
    </dgm:pt>
    <dgm:pt modelId="{A1E246F8-3C75-489C-9ED7-7582D699C717}" type="sibTrans" cxnId="{A7FCBE02-4AA2-468E-9662-A344CDFA3FA5}">
      <dgm:prSet/>
      <dgm:spPr/>
      <dgm:t>
        <a:bodyPr/>
        <a:lstStyle/>
        <a:p>
          <a:endParaRPr lang="en-US"/>
        </a:p>
      </dgm:t>
    </dgm:pt>
    <dgm:pt modelId="{10D466C7-944E-4031-8A26-3E7170651A66}" type="pres">
      <dgm:prSet presAssocID="{21F08E53-DC71-49D9-8555-3C49FA4FB82E}" presName="root" presStyleCnt="0">
        <dgm:presLayoutVars>
          <dgm:dir/>
          <dgm:resizeHandles val="exact"/>
        </dgm:presLayoutVars>
      </dgm:prSet>
      <dgm:spPr/>
    </dgm:pt>
    <dgm:pt modelId="{5DEB7D7A-B4A1-4A6B-BF7C-875E5973C8A4}" type="pres">
      <dgm:prSet presAssocID="{2A7D3D2A-EAC2-4DFF-A7C5-31898D993217}" presName="compNode" presStyleCnt="0"/>
      <dgm:spPr/>
    </dgm:pt>
    <dgm:pt modelId="{6D1425D4-4E21-47ED-9914-FE4359590963}" type="pres">
      <dgm:prSet presAssocID="{2A7D3D2A-EAC2-4DFF-A7C5-31898D993217}" presName="bgRect" presStyleLbl="bgShp" presStyleIdx="0" presStyleCnt="3"/>
      <dgm:spPr/>
    </dgm:pt>
    <dgm:pt modelId="{5D4DED89-22FD-462A-AB61-F1E2C8AF3071}" type="pres">
      <dgm:prSet presAssocID="{2A7D3D2A-EAC2-4DFF-A7C5-31898D9932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48237F8B-7DDE-4A21-896D-D4C0A2DB2E23}" type="pres">
      <dgm:prSet presAssocID="{2A7D3D2A-EAC2-4DFF-A7C5-31898D993217}" presName="spaceRect" presStyleCnt="0"/>
      <dgm:spPr/>
    </dgm:pt>
    <dgm:pt modelId="{E9BEC966-3F0E-42FB-AAF7-806FE0CE88C9}" type="pres">
      <dgm:prSet presAssocID="{2A7D3D2A-EAC2-4DFF-A7C5-31898D993217}" presName="parTx" presStyleLbl="revTx" presStyleIdx="0" presStyleCnt="3">
        <dgm:presLayoutVars>
          <dgm:chMax val="0"/>
          <dgm:chPref val="0"/>
        </dgm:presLayoutVars>
      </dgm:prSet>
      <dgm:spPr/>
    </dgm:pt>
    <dgm:pt modelId="{A4EE8C71-D9EE-4B4A-A0D3-C64CDA39E383}" type="pres">
      <dgm:prSet presAssocID="{386A2B4A-53E1-437A-A0D6-C1D0C0E4BC73}" presName="sibTrans" presStyleCnt="0"/>
      <dgm:spPr/>
    </dgm:pt>
    <dgm:pt modelId="{732D067B-D4BC-4873-B1E3-B6486EBB3C4C}" type="pres">
      <dgm:prSet presAssocID="{A646D910-BBB9-4DB6-A079-E2130D488BAC}" presName="compNode" presStyleCnt="0"/>
      <dgm:spPr/>
    </dgm:pt>
    <dgm:pt modelId="{41FDA63F-828F-4CA9-8EFB-617A3B9C7887}" type="pres">
      <dgm:prSet presAssocID="{A646D910-BBB9-4DB6-A079-E2130D488BAC}" presName="bgRect" presStyleLbl="bgShp" presStyleIdx="1" presStyleCnt="3"/>
      <dgm:spPr/>
    </dgm:pt>
    <dgm:pt modelId="{CA588CA5-0024-41B0-8BD6-A9A73945E7A6}" type="pres">
      <dgm:prSet presAssocID="{A646D910-BBB9-4DB6-A079-E2130D488BA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46AA0260-4CB7-4A12-A04B-A679B76878F4}" type="pres">
      <dgm:prSet presAssocID="{A646D910-BBB9-4DB6-A079-E2130D488BAC}" presName="spaceRect" presStyleCnt="0"/>
      <dgm:spPr/>
    </dgm:pt>
    <dgm:pt modelId="{3D69A74A-29FB-4EB2-99A0-F68728390F97}" type="pres">
      <dgm:prSet presAssocID="{A646D910-BBB9-4DB6-A079-E2130D488BAC}" presName="parTx" presStyleLbl="revTx" presStyleIdx="1" presStyleCnt="3">
        <dgm:presLayoutVars>
          <dgm:chMax val="0"/>
          <dgm:chPref val="0"/>
        </dgm:presLayoutVars>
      </dgm:prSet>
      <dgm:spPr/>
    </dgm:pt>
    <dgm:pt modelId="{F94C1905-ADFE-4DD1-A23F-56F3F3228357}" type="pres">
      <dgm:prSet presAssocID="{9A172AE1-3E5B-4B25-8183-23AAFF804535}" presName="sibTrans" presStyleCnt="0"/>
      <dgm:spPr/>
    </dgm:pt>
    <dgm:pt modelId="{2A8458DD-E88C-43ED-94BF-67C81F9B995F}" type="pres">
      <dgm:prSet presAssocID="{14DD7309-AA36-44AD-A3AB-03BEDCCD1227}" presName="compNode" presStyleCnt="0"/>
      <dgm:spPr/>
    </dgm:pt>
    <dgm:pt modelId="{D4D3E15B-9D3D-4306-B13E-3BC004BCE765}" type="pres">
      <dgm:prSet presAssocID="{14DD7309-AA36-44AD-A3AB-03BEDCCD1227}" presName="bgRect" presStyleLbl="bgShp" presStyleIdx="2" presStyleCnt="3"/>
      <dgm:spPr/>
    </dgm:pt>
    <dgm:pt modelId="{ED29AF89-6B0A-4843-98DB-C8F34E2063F2}" type="pres">
      <dgm:prSet presAssocID="{14DD7309-AA36-44AD-A3AB-03BEDCCD122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0D09967-3664-4314-B3CD-34EF21BE82F4}" type="pres">
      <dgm:prSet presAssocID="{14DD7309-AA36-44AD-A3AB-03BEDCCD1227}" presName="spaceRect" presStyleCnt="0"/>
      <dgm:spPr/>
    </dgm:pt>
    <dgm:pt modelId="{203F2E38-4FC3-4BDC-B6E9-9292CE6D690F}" type="pres">
      <dgm:prSet presAssocID="{14DD7309-AA36-44AD-A3AB-03BEDCCD122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7FCBE02-4AA2-468E-9662-A344CDFA3FA5}" srcId="{21F08E53-DC71-49D9-8555-3C49FA4FB82E}" destId="{14DD7309-AA36-44AD-A3AB-03BEDCCD1227}" srcOrd="2" destOrd="0" parTransId="{0B54F7E5-3B6C-4F13-ABB4-6D64C62BCC15}" sibTransId="{A1E246F8-3C75-489C-9ED7-7582D699C717}"/>
    <dgm:cxn modelId="{78C7C51C-9EE4-435C-AAE5-4BA8B2085175}" type="presOf" srcId="{14DD7309-AA36-44AD-A3AB-03BEDCCD1227}" destId="{203F2E38-4FC3-4BDC-B6E9-9292CE6D690F}" srcOrd="0" destOrd="0" presId="urn:microsoft.com/office/officeart/2018/2/layout/IconVerticalSolidList"/>
    <dgm:cxn modelId="{91C03356-381B-4FB3-B451-614F6615F030}" srcId="{21F08E53-DC71-49D9-8555-3C49FA4FB82E}" destId="{A646D910-BBB9-4DB6-A079-E2130D488BAC}" srcOrd="1" destOrd="0" parTransId="{5E7C2E8E-2675-40C2-8A1C-54FFDB211C88}" sibTransId="{9A172AE1-3E5B-4B25-8183-23AAFF804535}"/>
    <dgm:cxn modelId="{9D80EA7F-6AEC-4471-8AEE-2566253F0120}" srcId="{21F08E53-DC71-49D9-8555-3C49FA4FB82E}" destId="{2A7D3D2A-EAC2-4DFF-A7C5-31898D993217}" srcOrd="0" destOrd="0" parTransId="{9A0FBC69-BC6E-45FD-9A8F-1DADFF844944}" sibTransId="{386A2B4A-53E1-437A-A0D6-C1D0C0E4BC73}"/>
    <dgm:cxn modelId="{35F5DAD4-B18E-4DAA-90D6-460D7D580A57}" type="presOf" srcId="{A646D910-BBB9-4DB6-A079-E2130D488BAC}" destId="{3D69A74A-29FB-4EB2-99A0-F68728390F97}" srcOrd="0" destOrd="0" presId="urn:microsoft.com/office/officeart/2018/2/layout/IconVerticalSolidList"/>
    <dgm:cxn modelId="{F2A113E7-1126-45EA-985F-B89E4180A2D5}" type="presOf" srcId="{21F08E53-DC71-49D9-8555-3C49FA4FB82E}" destId="{10D466C7-944E-4031-8A26-3E7170651A66}" srcOrd="0" destOrd="0" presId="urn:microsoft.com/office/officeart/2018/2/layout/IconVerticalSolidList"/>
    <dgm:cxn modelId="{F9D6ACEC-AE8D-4035-895B-7FE8D43BFFCD}" type="presOf" srcId="{2A7D3D2A-EAC2-4DFF-A7C5-31898D993217}" destId="{E9BEC966-3F0E-42FB-AAF7-806FE0CE88C9}" srcOrd="0" destOrd="0" presId="urn:microsoft.com/office/officeart/2018/2/layout/IconVerticalSolidList"/>
    <dgm:cxn modelId="{7857A587-66E7-4C3B-BF26-2EBBC70ABA28}" type="presParOf" srcId="{10D466C7-944E-4031-8A26-3E7170651A66}" destId="{5DEB7D7A-B4A1-4A6B-BF7C-875E5973C8A4}" srcOrd="0" destOrd="0" presId="urn:microsoft.com/office/officeart/2018/2/layout/IconVerticalSolidList"/>
    <dgm:cxn modelId="{9A36BBAF-D304-46BA-BDA4-601DDBA54512}" type="presParOf" srcId="{5DEB7D7A-B4A1-4A6B-BF7C-875E5973C8A4}" destId="{6D1425D4-4E21-47ED-9914-FE4359590963}" srcOrd="0" destOrd="0" presId="urn:microsoft.com/office/officeart/2018/2/layout/IconVerticalSolidList"/>
    <dgm:cxn modelId="{69661351-7C5D-4A41-90F7-464DECB84588}" type="presParOf" srcId="{5DEB7D7A-B4A1-4A6B-BF7C-875E5973C8A4}" destId="{5D4DED89-22FD-462A-AB61-F1E2C8AF3071}" srcOrd="1" destOrd="0" presId="urn:microsoft.com/office/officeart/2018/2/layout/IconVerticalSolidList"/>
    <dgm:cxn modelId="{89E09FED-3FD9-478A-8700-687B98E4378F}" type="presParOf" srcId="{5DEB7D7A-B4A1-4A6B-BF7C-875E5973C8A4}" destId="{48237F8B-7DDE-4A21-896D-D4C0A2DB2E23}" srcOrd="2" destOrd="0" presId="urn:microsoft.com/office/officeart/2018/2/layout/IconVerticalSolidList"/>
    <dgm:cxn modelId="{CECD56C7-5F50-4F6E-99B6-68E5144317E9}" type="presParOf" srcId="{5DEB7D7A-B4A1-4A6B-BF7C-875E5973C8A4}" destId="{E9BEC966-3F0E-42FB-AAF7-806FE0CE88C9}" srcOrd="3" destOrd="0" presId="urn:microsoft.com/office/officeart/2018/2/layout/IconVerticalSolidList"/>
    <dgm:cxn modelId="{32B4A1D3-235B-487D-9F75-5463F45229B6}" type="presParOf" srcId="{10D466C7-944E-4031-8A26-3E7170651A66}" destId="{A4EE8C71-D9EE-4B4A-A0D3-C64CDA39E383}" srcOrd="1" destOrd="0" presId="urn:microsoft.com/office/officeart/2018/2/layout/IconVerticalSolidList"/>
    <dgm:cxn modelId="{B578D6FE-5122-4366-A726-C02D556532FD}" type="presParOf" srcId="{10D466C7-944E-4031-8A26-3E7170651A66}" destId="{732D067B-D4BC-4873-B1E3-B6486EBB3C4C}" srcOrd="2" destOrd="0" presId="urn:microsoft.com/office/officeart/2018/2/layout/IconVerticalSolidList"/>
    <dgm:cxn modelId="{C4148DB1-F13D-4D1C-8087-CA1F8B4E04BA}" type="presParOf" srcId="{732D067B-D4BC-4873-B1E3-B6486EBB3C4C}" destId="{41FDA63F-828F-4CA9-8EFB-617A3B9C7887}" srcOrd="0" destOrd="0" presId="urn:microsoft.com/office/officeart/2018/2/layout/IconVerticalSolidList"/>
    <dgm:cxn modelId="{B78FD5D2-1090-47BD-8A56-ACC755B2C75F}" type="presParOf" srcId="{732D067B-D4BC-4873-B1E3-B6486EBB3C4C}" destId="{CA588CA5-0024-41B0-8BD6-A9A73945E7A6}" srcOrd="1" destOrd="0" presId="urn:microsoft.com/office/officeart/2018/2/layout/IconVerticalSolidList"/>
    <dgm:cxn modelId="{0195269B-1AF6-4704-806B-126499ABDDBC}" type="presParOf" srcId="{732D067B-D4BC-4873-B1E3-B6486EBB3C4C}" destId="{46AA0260-4CB7-4A12-A04B-A679B76878F4}" srcOrd="2" destOrd="0" presId="urn:microsoft.com/office/officeart/2018/2/layout/IconVerticalSolidList"/>
    <dgm:cxn modelId="{1D1C4530-B795-4902-833A-A0F16FF73F43}" type="presParOf" srcId="{732D067B-D4BC-4873-B1E3-B6486EBB3C4C}" destId="{3D69A74A-29FB-4EB2-99A0-F68728390F97}" srcOrd="3" destOrd="0" presId="urn:microsoft.com/office/officeart/2018/2/layout/IconVerticalSolidList"/>
    <dgm:cxn modelId="{CB40D61D-E56F-418C-BCE8-91FE91778BBE}" type="presParOf" srcId="{10D466C7-944E-4031-8A26-3E7170651A66}" destId="{F94C1905-ADFE-4DD1-A23F-56F3F3228357}" srcOrd="3" destOrd="0" presId="urn:microsoft.com/office/officeart/2018/2/layout/IconVerticalSolidList"/>
    <dgm:cxn modelId="{EC9FAE70-B8A5-4E5F-974A-9F2FC9562875}" type="presParOf" srcId="{10D466C7-944E-4031-8A26-3E7170651A66}" destId="{2A8458DD-E88C-43ED-94BF-67C81F9B995F}" srcOrd="4" destOrd="0" presId="urn:microsoft.com/office/officeart/2018/2/layout/IconVerticalSolidList"/>
    <dgm:cxn modelId="{0AB85817-0D75-4C8D-B776-0EFA48A504AD}" type="presParOf" srcId="{2A8458DD-E88C-43ED-94BF-67C81F9B995F}" destId="{D4D3E15B-9D3D-4306-B13E-3BC004BCE765}" srcOrd="0" destOrd="0" presId="urn:microsoft.com/office/officeart/2018/2/layout/IconVerticalSolidList"/>
    <dgm:cxn modelId="{123F5D25-2D23-4875-BB0D-32E1738C7B37}" type="presParOf" srcId="{2A8458DD-E88C-43ED-94BF-67C81F9B995F}" destId="{ED29AF89-6B0A-4843-98DB-C8F34E2063F2}" srcOrd="1" destOrd="0" presId="urn:microsoft.com/office/officeart/2018/2/layout/IconVerticalSolidList"/>
    <dgm:cxn modelId="{F533F6F1-918F-4A9C-BDB2-7C04452548C0}" type="presParOf" srcId="{2A8458DD-E88C-43ED-94BF-67C81F9B995F}" destId="{60D09967-3664-4314-B3CD-34EF21BE82F4}" srcOrd="2" destOrd="0" presId="urn:microsoft.com/office/officeart/2018/2/layout/IconVerticalSolidList"/>
    <dgm:cxn modelId="{F6C4E493-CFD9-493F-99E9-44E26557F4CC}" type="presParOf" srcId="{2A8458DD-E88C-43ED-94BF-67C81F9B995F}" destId="{203F2E38-4FC3-4BDC-B6E9-9292CE6D690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DA0A282-C96E-421F-8B64-E06E551A39E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0A16B68-4640-4F81-BB43-8CB3512D9F41}">
      <dgm:prSet/>
      <dgm:spPr/>
      <dgm:t>
        <a:bodyPr/>
        <a:lstStyle/>
        <a:p>
          <a:r>
            <a:rPr lang="en-US"/>
            <a:t>Pager rotation builds accountability and reduces stress among engineers</a:t>
          </a:r>
        </a:p>
      </dgm:t>
    </dgm:pt>
    <dgm:pt modelId="{D91A0D04-067B-407B-9077-39BBE32D513F}" type="parTrans" cxnId="{B35FBBF0-E4A8-4806-9B57-63CE7A2EA6A3}">
      <dgm:prSet/>
      <dgm:spPr/>
      <dgm:t>
        <a:bodyPr/>
        <a:lstStyle/>
        <a:p>
          <a:endParaRPr lang="en-US"/>
        </a:p>
      </dgm:t>
    </dgm:pt>
    <dgm:pt modelId="{A2520F01-E44A-4072-8F7B-065BC197D9C0}" type="sibTrans" cxnId="{B35FBBF0-E4A8-4806-9B57-63CE7A2EA6A3}">
      <dgm:prSet/>
      <dgm:spPr/>
      <dgm:t>
        <a:bodyPr/>
        <a:lstStyle/>
        <a:p>
          <a:endParaRPr lang="en-US"/>
        </a:p>
      </dgm:t>
    </dgm:pt>
    <dgm:pt modelId="{65DA7D18-CF12-421E-9A8F-21941A4C7B86}">
      <dgm:prSet/>
      <dgm:spPr/>
      <dgm:t>
        <a:bodyPr/>
        <a:lstStyle/>
        <a:p>
          <a:r>
            <a:rPr lang="en-US"/>
            <a:t>Reliability and availability are increased with effective scheduling</a:t>
          </a:r>
        </a:p>
      </dgm:t>
    </dgm:pt>
    <dgm:pt modelId="{BAE69CC8-17CA-48D4-806C-0152AA4394C7}" type="parTrans" cxnId="{645C6D38-12F9-42F2-B8BE-7B20AEB9A1AB}">
      <dgm:prSet/>
      <dgm:spPr/>
      <dgm:t>
        <a:bodyPr/>
        <a:lstStyle/>
        <a:p>
          <a:endParaRPr lang="en-US"/>
        </a:p>
      </dgm:t>
    </dgm:pt>
    <dgm:pt modelId="{94472D09-165D-4FEA-9DAA-5847CCE00DC0}" type="sibTrans" cxnId="{645C6D38-12F9-42F2-B8BE-7B20AEB9A1AB}">
      <dgm:prSet/>
      <dgm:spPr/>
      <dgm:t>
        <a:bodyPr/>
        <a:lstStyle/>
        <a:p>
          <a:endParaRPr lang="en-US"/>
        </a:p>
      </dgm:t>
    </dgm:pt>
    <dgm:pt modelId="{223E313E-39D1-4476-B65D-DD262CAD23BB}">
      <dgm:prSet/>
      <dgm:spPr/>
      <dgm:t>
        <a:bodyPr/>
        <a:lstStyle/>
        <a:p>
          <a:r>
            <a:rPr lang="en-US"/>
            <a:t>Healthy rotations prevent burnout</a:t>
          </a:r>
        </a:p>
      </dgm:t>
    </dgm:pt>
    <dgm:pt modelId="{1B074EDD-44E6-43F0-A227-9695417B8084}" type="parTrans" cxnId="{7171630F-9F52-41BC-9564-61321FFB886F}">
      <dgm:prSet/>
      <dgm:spPr/>
      <dgm:t>
        <a:bodyPr/>
        <a:lstStyle/>
        <a:p>
          <a:endParaRPr lang="en-US"/>
        </a:p>
      </dgm:t>
    </dgm:pt>
    <dgm:pt modelId="{FE43805B-1908-4C61-A7D0-397EE232D6E2}" type="sibTrans" cxnId="{7171630F-9F52-41BC-9564-61321FFB886F}">
      <dgm:prSet/>
      <dgm:spPr/>
      <dgm:t>
        <a:bodyPr/>
        <a:lstStyle/>
        <a:p>
          <a:endParaRPr lang="en-US"/>
        </a:p>
      </dgm:t>
    </dgm:pt>
    <dgm:pt modelId="{B824FDD9-A060-4D56-BEB4-48E214EA65BE}">
      <dgm:prSet/>
      <dgm:spPr/>
      <dgm:t>
        <a:bodyPr/>
        <a:lstStyle/>
        <a:p>
          <a:r>
            <a:rPr lang="en-US"/>
            <a:t>Continous improvement strengthens DevOps culture</a:t>
          </a:r>
        </a:p>
      </dgm:t>
    </dgm:pt>
    <dgm:pt modelId="{B5383120-2B73-4BAB-B6D7-A98468C2FDDD}" type="parTrans" cxnId="{78DEC15E-EA26-4864-A249-53697CD43DBA}">
      <dgm:prSet/>
      <dgm:spPr/>
      <dgm:t>
        <a:bodyPr/>
        <a:lstStyle/>
        <a:p>
          <a:endParaRPr lang="en-US"/>
        </a:p>
      </dgm:t>
    </dgm:pt>
    <dgm:pt modelId="{339DEE0A-7677-4154-BC14-F0D9EA855FFB}" type="sibTrans" cxnId="{78DEC15E-EA26-4864-A249-53697CD43DBA}">
      <dgm:prSet/>
      <dgm:spPr/>
      <dgm:t>
        <a:bodyPr/>
        <a:lstStyle/>
        <a:p>
          <a:endParaRPr lang="en-US"/>
        </a:p>
      </dgm:t>
    </dgm:pt>
    <dgm:pt modelId="{A022084C-6DC9-40E5-A407-05011C9A9868}" type="pres">
      <dgm:prSet presAssocID="{FDA0A282-C96E-421F-8B64-E06E551A39EB}" presName="matrix" presStyleCnt="0">
        <dgm:presLayoutVars>
          <dgm:chMax val="1"/>
          <dgm:dir/>
          <dgm:resizeHandles val="exact"/>
        </dgm:presLayoutVars>
      </dgm:prSet>
      <dgm:spPr/>
    </dgm:pt>
    <dgm:pt modelId="{756B23C4-BD3C-490A-887D-73859EAF9699}" type="pres">
      <dgm:prSet presAssocID="{FDA0A282-C96E-421F-8B64-E06E551A39EB}" presName="diamond" presStyleLbl="bgShp" presStyleIdx="0" presStyleCnt="1"/>
      <dgm:spPr/>
    </dgm:pt>
    <dgm:pt modelId="{04DA462A-1332-48EA-A3C4-2432ECCECD9B}" type="pres">
      <dgm:prSet presAssocID="{FDA0A282-C96E-421F-8B64-E06E551A39E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8212EF4-443C-4F36-9BD9-B7DA770C2456}" type="pres">
      <dgm:prSet presAssocID="{FDA0A282-C96E-421F-8B64-E06E551A39E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553E252-0E76-48ED-8642-9C39339B0C85}" type="pres">
      <dgm:prSet presAssocID="{FDA0A282-C96E-421F-8B64-E06E551A39E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7786E85-C227-49FC-812B-8ECB9327E53D}" type="pres">
      <dgm:prSet presAssocID="{FDA0A282-C96E-421F-8B64-E06E551A39E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BFE2901-3CD8-4E0F-99E5-A0A76882B083}" type="presOf" srcId="{FDA0A282-C96E-421F-8B64-E06E551A39EB}" destId="{A022084C-6DC9-40E5-A407-05011C9A9868}" srcOrd="0" destOrd="0" presId="urn:microsoft.com/office/officeart/2005/8/layout/matrix3"/>
    <dgm:cxn modelId="{7171630F-9F52-41BC-9564-61321FFB886F}" srcId="{FDA0A282-C96E-421F-8B64-E06E551A39EB}" destId="{223E313E-39D1-4476-B65D-DD262CAD23BB}" srcOrd="2" destOrd="0" parTransId="{1B074EDD-44E6-43F0-A227-9695417B8084}" sibTransId="{FE43805B-1908-4C61-A7D0-397EE232D6E2}"/>
    <dgm:cxn modelId="{29FAF327-3F1A-458F-8EA0-0E0072012EAF}" type="presOf" srcId="{F0A16B68-4640-4F81-BB43-8CB3512D9F41}" destId="{04DA462A-1332-48EA-A3C4-2432ECCECD9B}" srcOrd="0" destOrd="0" presId="urn:microsoft.com/office/officeart/2005/8/layout/matrix3"/>
    <dgm:cxn modelId="{C962312A-359F-4991-8704-98AE9188E54E}" type="presOf" srcId="{223E313E-39D1-4476-B65D-DD262CAD23BB}" destId="{5553E252-0E76-48ED-8642-9C39339B0C85}" srcOrd="0" destOrd="0" presId="urn:microsoft.com/office/officeart/2005/8/layout/matrix3"/>
    <dgm:cxn modelId="{8E71AE2B-0ADA-4982-AC8D-4894679E037C}" type="presOf" srcId="{B824FDD9-A060-4D56-BEB4-48E214EA65BE}" destId="{B7786E85-C227-49FC-812B-8ECB9327E53D}" srcOrd="0" destOrd="0" presId="urn:microsoft.com/office/officeart/2005/8/layout/matrix3"/>
    <dgm:cxn modelId="{645C6D38-12F9-42F2-B8BE-7B20AEB9A1AB}" srcId="{FDA0A282-C96E-421F-8B64-E06E551A39EB}" destId="{65DA7D18-CF12-421E-9A8F-21941A4C7B86}" srcOrd="1" destOrd="0" parTransId="{BAE69CC8-17CA-48D4-806C-0152AA4394C7}" sibTransId="{94472D09-165D-4FEA-9DAA-5847CCE00DC0}"/>
    <dgm:cxn modelId="{78DEC15E-EA26-4864-A249-53697CD43DBA}" srcId="{FDA0A282-C96E-421F-8B64-E06E551A39EB}" destId="{B824FDD9-A060-4D56-BEB4-48E214EA65BE}" srcOrd="3" destOrd="0" parTransId="{B5383120-2B73-4BAB-B6D7-A98468C2FDDD}" sibTransId="{339DEE0A-7677-4154-BC14-F0D9EA855FFB}"/>
    <dgm:cxn modelId="{242FD86E-B74D-4E5D-B7B6-E2728937CE3D}" type="presOf" srcId="{65DA7D18-CF12-421E-9A8F-21941A4C7B86}" destId="{A8212EF4-443C-4F36-9BD9-B7DA770C2456}" srcOrd="0" destOrd="0" presId="urn:microsoft.com/office/officeart/2005/8/layout/matrix3"/>
    <dgm:cxn modelId="{B35FBBF0-E4A8-4806-9B57-63CE7A2EA6A3}" srcId="{FDA0A282-C96E-421F-8B64-E06E551A39EB}" destId="{F0A16B68-4640-4F81-BB43-8CB3512D9F41}" srcOrd="0" destOrd="0" parTransId="{D91A0D04-067B-407B-9077-39BBE32D513F}" sibTransId="{A2520F01-E44A-4072-8F7B-065BC197D9C0}"/>
    <dgm:cxn modelId="{F028B6AB-F9AD-4F17-9216-DC1AA46AD0CB}" type="presParOf" srcId="{A022084C-6DC9-40E5-A407-05011C9A9868}" destId="{756B23C4-BD3C-490A-887D-73859EAF9699}" srcOrd="0" destOrd="0" presId="urn:microsoft.com/office/officeart/2005/8/layout/matrix3"/>
    <dgm:cxn modelId="{BAE232B8-2080-4891-AA9A-9376A9DF586C}" type="presParOf" srcId="{A022084C-6DC9-40E5-A407-05011C9A9868}" destId="{04DA462A-1332-48EA-A3C4-2432ECCECD9B}" srcOrd="1" destOrd="0" presId="urn:microsoft.com/office/officeart/2005/8/layout/matrix3"/>
    <dgm:cxn modelId="{E386B0C6-5404-474B-9E89-5EF35A30BAF1}" type="presParOf" srcId="{A022084C-6DC9-40E5-A407-05011C9A9868}" destId="{A8212EF4-443C-4F36-9BD9-B7DA770C2456}" srcOrd="2" destOrd="0" presId="urn:microsoft.com/office/officeart/2005/8/layout/matrix3"/>
    <dgm:cxn modelId="{E2D9BAFC-A987-497F-91E0-9B931294C5C4}" type="presParOf" srcId="{A022084C-6DC9-40E5-A407-05011C9A9868}" destId="{5553E252-0E76-48ED-8642-9C39339B0C85}" srcOrd="3" destOrd="0" presId="urn:microsoft.com/office/officeart/2005/8/layout/matrix3"/>
    <dgm:cxn modelId="{5D02CEA9-2234-4423-BC58-C6562A770A39}" type="presParOf" srcId="{A022084C-6DC9-40E5-A407-05011C9A9868}" destId="{B7786E85-C227-49FC-812B-8ECB9327E53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EC5A933-863E-48B1-9F8A-177326E4400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266AAE7-B9A8-4149-BC2C-FC99568C6749}">
      <dgm:prSet/>
      <dgm:spPr/>
      <dgm:t>
        <a:bodyPr/>
        <a:lstStyle/>
        <a:p>
          <a:r>
            <a:rPr lang="en-US" dirty="0" err="1"/>
            <a:t>AlertOps</a:t>
          </a:r>
          <a:r>
            <a:rPr lang="en-US" dirty="0"/>
            <a:t>. (n.d.). On call rotation. </a:t>
          </a:r>
          <a:r>
            <a:rPr lang="en-US" dirty="0">
              <a:hlinkClick xmlns:r="http://schemas.openxmlformats.org/officeDocument/2006/relationships" r:id="rId1"/>
            </a:rPr>
            <a:t>https://alertops.com/on-call-rotation/</a:t>
          </a:r>
          <a:endParaRPr lang="en-US" dirty="0"/>
        </a:p>
      </dgm:t>
    </dgm:pt>
    <dgm:pt modelId="{5531D750-A856-4C73-A405-27D933C5F2E0}" type="parTrans" cxnId="{68EA0E8A-1186-4304-86B2-1BA3DEB53ABC}">
      <dgm:prSet/>
      <dgm:spPr/>
      <dgm:t>
        <a:bodyPr/>
        <a:lstStyle/>
        <a:p>
          <a:endParaRPr lang="en-US"/>
        </a:p>
      </dgm:t>
    </dgm:pt>
    <dgm:pt modelId="{FFC73AD7-7A89-46AD-A081-E84CBF041789}" type="sibTrans" cxnId="{68EA0E8A-1186-4304-86B2-1BA3DEB53ABC}">
      <dgm:prSet/>
      <dgm:spPr/>
      <dgm:t>
        <a:bodyPr/>
        <a:lstStyle/>
        <a:p>
          <a:endParaRPr lang="en-US"/>
        </a:p>
      </dgm:t>
    </dgm:pt>
    <dgm:pt modelId="{4F37B378-A729-4805-8974-138BD7497CD4}">
      <dgm:prSet/>
      <dgm:spPr/>
      <dgm:t>
        <a:bodyPr/>
        <a:lstStyle/>
        <a:p>
          <a:r>
            <a:rPr lang="en-US" dirty="0"/>
            <a:t>PagerDuty. (n.d.). Call rotations and schedules. </a:t>
          </a:r>
          <a:r>
            <a:rPr lang="en-US" dirty="0">
              <a:hlinkClick xmlns:r="http://schemas.openxmlformats.org/officeDocument/2006/relationships" r:id="rId2"/>
            </a:rPr>
            <a:t>https://www.pagerduty.com/resources/incident-management-response/learn/call-rotations-schedules/</a:t>
          </a:r>
          <a:endParaRPr lang="en-US" dirty="0"/>
        </a:p>
      </dgm:t>
    </dgm:pt>
    <dgm:pt modelId="{AB9AEC69-AB1D-41BE-940B-A6381A64607D}" type="parTrans" cxnId="{558DAD7E-3FBB-4F8B-AEB9-3EB9AC9E529C}">
      <dgm:prSet/>
      <dgm:spPr/>
      <dgm:t>
        <a:bodyPr/>
        <a:lstStyle/>
        <a:p>
          <a:endParaRPr lang="en-US"/>
        </a:p>
      </dgm:t>
    </dgm:pt>
    <dgm:pt modelId="{FE867DAD-B338-45EE-9C97-875F0F6A6FB0}" type="sibTrans" cxnId="{558DAD7E-3FBB-4F8B-AEB9-3EB9AC9E529C}">
      <dgm:prSet/>
      <dgm:spPr/>
      <dgm:t>
        <a:bodyPr/>
        <a:lstStyle/>
        <a:p>
          <a:endParaRPr lang="en-US"/>
        </a:p>
      </dgm:t>
    </dgm:pt>
    <dgm:pt modelId="{D2F646C7-F4E9-4D4B-906F-579CFFBEB17F}">
      <dgm:prSet/>
      <dgm:spPr/>
      <dgm:t>
        <a:bodyPr/>
        <a:lstStyle/>
        <a:p>
          <a:r>
            <a:rPr lang="en-US" dirty="0"/>
            <a:t>Collins, Z. (2025, April 29). </a:t>
          </a:r>
          <a:r>
            <a:rPr lang="en-US" i="1" dirty="0"/>
            <a:t>DevOps – Roles and responsibilities</a:t>
          </a:r>
          <a:r>
            <a:rPr lang="en-US" dirty="0"/>
            <a:t>. </a:t>
          </a:r>
          <a:r>
            <a:rPr lang="en-US" dirty="0" err="1"/>
            <a:t>OnPage</a:t>
          </a:r>
          <a:r>
            <a:rPr lang="en-US" dirty="0"/>
            <a:t>. </a:t>
          </a:r>
          <a:r>
            <a:rPr lang="en-US" dirty="0">
              <a:hlinkClick xmlns:r="http://schemas.openxmlformats.org/officeDocument/2006/relationships" r:id="rId3"/>
            </a:rPr>
            <a:t>https://www.onpage.com/devops-roles-and-responsibilities/</a:t>
          </a:r>
          <a:endParaRPr lang="en-US" dirty="0"/>
        </a:p>
      </dgm:t>
    </dgm:pt>
    <dgm:pt modelId="{4CF93EE5-862C-420E-9CDB-74D1F7944D0F}" type="parTrans" cxnId="{2CD0C85A-7EA6-434B-9A92-7ED9577F7140}">
      <dgm:prSet/>
      <dgm:spPr/>
      <dgm:t>
        <a:bodyPr/>
        <a:lstStyle/>
        <a:p>
          <a:endParaRPr lang="en-US"/>
        </a:p>
      </dgm:t>
    </dgm:pt>
    <dgm:pt modelId="{F1F86DD0-D234-4F5D-B599-20A4D2A1D0CB}" type="sibTrans" cxnId="{2CD0C85A-7EA6-434B-9A92-7ED9577F7140}">
      <dgm:prSet/>
      <dgm:spPr/>
      <dgm:t>
        <a:bodyPr/>
        <a:lstStyle/>
        <a:p>
          <a:endParaRPr lang="en-US"/>
        </a:p>
      </dgm:t>
    </dgm:pt>
    <dgm:pt modelId="{0B07572F-7390-4E44-8B71-D6D42FD3513D}">
      <dgm:prSet/>
      <dgm:spPr/>
      <dgm:t>
        <a:bodyPr/>
        <a:lstStyle/>
        <a:p>
          <a:r>
            <a:rPr lang="en-US" dirty="0" err="1"/>
            <a:t>PagerTree</a:t>
          </a:r>
          <a:r>
            <a:rPr lang="en-US" dirty="0"/>
            <a:t>. (n.d.). On call scheduler features. </a:t>
          </a:r>
          <a:r>
            <a:rPr lang="en-US" dirty="0">
              <a:hlinkClick xmlns:r="http://schemas.openxmlformats.org/officeDocument/2006/relationships" r:id="rId4"/>
            </a:rPr>
            <a:t>https://pagertree.com/features/oncall-scheduler/</a:t>
          </a:r>
          <a:endParaRPr lang="en-US" dirty="0"/>
        </a:p>
      </dgm:t>
    </dgm:pt>
    <dgm:pt modelId="{7D4E8FB1-46AD-483B-8A16-1517829D9461}" type="parTrans" cxnId="{B8E55A04-09C5-4866-82E9-E87D8A9669FE}">
      <dgm:prSet/>
      <dgm:spPr/>
      <dgm:t>
        <a:bodyPr/>
        <a:lstStyle/>
        <a:p>
          <a:endParaRPr lang="en-US"/>
        </a:p>
      </dgm:t>
    </dgm:pt>
    <dgm:pt modelId="{0AD03244-52C2-43B6-8906-AF32AFB99EDC}" type="sibTrans" cxnId="{B8E55A04-09C5-4866-82E9-E87D8A9669FE}">
      <dgm:prSet/>
      <dgm:spPr/>
      <dgm:t>
        <a:bodyPr/>
        <a:lstStyle/>
        <a:p>
          <a:endParaRPr lang="en-US"/>
        </a:p>
      </dgm:t>
    </dgm:pt>
    <dgm:pt modelId="{AD9718DE-9E36-4CF5-BC80-40A93CA62728}">
      <dgm:prSet/>
      <dgm:spPr/>
      <dgm:t>
        <a:bodyPr/>
        <a:lstStyle/>
        <a:p>
          <a:pPr>
            <a:buNone/>
          </a:pPr>
          <a:r>
            <a:rPr lang="en-US" dirty="0"/>
            <a:t>OpenAI. (2026). ChatGPT. </a:t>
          </a:r>
          <a:r>
            <a:rPr lang="en-US" dirty="0">
              <a:hlinkClick xmlns:r="http://schemas.openxmlformats.org/officeDocument/2006/relationships" r:id="rId5"/>
            </a:rPr>
            <a:t>https://chat.openai.com/</a:t>
          </a:r>
          <a:endParaRPr lang="en-US" dirty="0"/>
        </a:p>
      </dgm:t>
    </dgm:pt>
    <dgm:pt modelId="{411BA06D-518B-4FC8-A497-BCF02C561658}" type="parTrans" cxnId="{65141072-CE0A-4A49-A069-8F720003CC89}">
      <dgm:prSet/>
      <dgm:spPr/>
      <dgm:t>
        <a:bodyPr/>
        <a:lstStyle/>
        <a:p>
          <a:endParaRPr lang="en-US"/>
        </a:p>
      </dgm:t>
    </dgm:pt>
    <dgm:pt modelId="{30DFCCD0-F2EC-400F-B276-234661709EE4}" type="sibTrans" cxnId="{65141072-CE0A-4A49-A069-8F720003CC89}">
      <dgm:prSet/>
      <dgm:spPr/>
      <dgm:t>
        <a:bodyPr/>
        <a:lstStyle/>
        <a:p>
          <a:endParaRPr lang="en-US"/>
        </a:p>
      </dgm:t>
    </dgm:pt>
    <dgm:pt modelId="{6217E5FA-FAE0-455E-9D58-727EC74F72CF}" type="pres">
      <dgm:prSet presAssocID="{0EC5A933-863E-48B1-9F8A-177326E44005}" presName="vert0" presStyleCnt="0">
        <dgm:presLayoutVars>
          <dgm:dir/>
          <dgm:animOne val="branch"/>
          <dgm:animLvl val="lvl"/>
        </dgm:presLayoutVars>
      </dgm:prSet>
      <dgm:spPr/>
    </dgm:pt>
    <dgm:pt modelId="{EA9D619E-860A-47D3-B5D2-A473EE2C4D7B}" type="pres">
      <dgm:prSet presAssocID="{5266AAE7-B9A8-4149-BC2C-FC99568C6749}" presName="thickLine" presStyleLbl="alignNode1" presStyleIdx="0" presStyleCnt="5"/>
      <dgm:spPr/>
    </dgm:pt>
    <dgm:pt modelId="{C5DBA932-ACA1-41BC-84A6-5426574099D9}" type="pres">
      <dgm:prSet presAssocID="{5266AAE7-B9A8-4149-BC2C-FC99568C6749}" presName="horz1" presStyleCnt="0"/>
      <dgm:spPr/>
    </dgm:pt>
    <dgm:pt modelId="{821127D3-5112-44B5-AD86-5B0A8CA60AB1}" type="pres">
      <dgm:prSet presAssocID="{5266AAE7-B9A8-4149-BC2C-FC99568C6749}" presName="tx1" presStyleLbl="revTx" presStyleIdx="0" presStyleCnt="5"/>
      <dgm:spPr/>
    </dgm:pt>
    <dgm:pt modelId="{560566E7-D08E-4530-9CC7-9DA2DD6EFC75}" type="pres">
      <dgm:prSet presAssocID="{5266AAE7-B9A8-4149-BC2C-FC99568C6749}" presName="vert1" presStyleCnt="0"/>
      <dgm:spPr/>
    </dgm:pt>
    <dgm:pt modelId="{E5E144A7-D96D-4A37-9BBC-414CAC0BA34D}" type="pres">
      <dgm:prSet presAssocID="{D2F646C7-F4E9-4D4B-906F-579CFFBEB17F}" presName="thickLine" presStyleLbl="alignNode1" presStyleIdx="1" presStyleCnt="5"/>
      <dgm:spPr/>
    </dgm:pt>
    <dgm:pt modelId="{57EAE3C2-3FFB-400B-8AF3-4DCB62FAEEA2}" type="pres">
      <dgm:prSet presAssocID="{D2F646C7-F4E9-4D4B-906F-579CFFBEB17F}" presName="horz1" presStyleCnt="0"/>
      <dgm:spPr/>
    </dgm:pt>
    <dgm:pt modelId="{0B2BE8DA-2581-4E06-9642-0F24497EF501}" type="pres">
      <dgm:prSet presAssocID="{D2F646C7-F4E9-4D4B-906F-579CFFBEB17F}" presName="tx1" presStyleLbl="revTx" presStyleIdx="1" presStyleCnt="5"/>
      <dgm:spPr/>
    </dgm:pt>
    <dgm:pt modelId="{8118BF86-F93C-4D7E-A622-50D07875C293}" type="pres">
      <dgm:prSet presAssocID="{D2F646C7-F4E9-4D4B-906F-579CFFBEB17F}" presName="vert1" presStyleCnt="0"/>
      <dgm:spPr/>
    </dgm:pt>
    <dgm:pt modelId="{278C4889-81A0-4E4E-BEA7-17BF54BEE703}" type="pres">
      <dgm:prSet presAssocID="{AD9718DE-9E36-4CF5-BC80-40A93CA62728}" presName="thickLine" presStyleLbl="alignNode1" presStyleIdx="2" presStyleCnt="5"/>
      <dgm:spPr/>
    </dgm:pt>
    <dgm:pt modelId="{1B63C259-A5BC-4E2B-819B-C27D82699240}" type="pres">
      <dgm:prSet presAssocID="{AD9718DE-9E36-4CF5-BC80-40A93CA62728}" presName="horz1" presStyleCnt="0"/>
      <dgm:spPr/>
    </dgm:pt>
    <dgm:pt modelId="{0852F456-2E1B-44C0-9534-4ABC16A80657}" type="pres">
      <dgm:prSet presAssocID="{AD9718DE-9E36-4CF5-BC80-40A93CA62728}" presName="tx1" presStyleLbl="revTx" presStyleIdx="2" presStyleCnt="5"/>
      <dgm:spPr/>
    </dgm:pt>
    <dgm:pt modelId="{BFA4D169-FAB8-495B-9FC0-662E6893B8A9}" type="pres">
      <dgm:prSet presAssocID="{AD9718DE-9E36-4CF5-BC80-40A93CA62728}" presName="vert1" presStyleCnt="0"/>
      <dgm:spPr/>
    </dgm:pt>
    <dgm:pt modelId="{EF967433-A1DC-4DE7-A2F7-2AD58A3D8C0B}" type="pres">
      <dgm:prSet presAssocID="{4F37B378-A729-4805-8974-138BD7497CD4}" presName="thickLine" presStyleLbl="alignNode1" presStyleIdx="3" presStyleCnt="5"/>
      <dgm:spPr/>
    </dgm:pt>
    <dgm:pt modelId="{342F9E70-E3AC-4149-8AC4-49BCE048AC7A}" type="pres">
      <dgm:prSet presAssocID="{4F37B378-A729-4805-8974-138BD7497CD4}" presName="horz1" presStyleCnt="0"/>
      <dgm:spPr/>
    </dgm:pt>
    <dgm:pt modelId="{F0C7539B-34F0-4D9B-B40D-360884EA698C}" type="pres">
      <dgm:prSet presAssocID="{4F37B378-A729-4805-8974-138BD7497CD4}" presName="tx1" presStyleLbl="revTx" presStyleIdx="3" presStyleCnt="5"/>
      <dgm:spPr/>
    </dgm:pt>
    <dgm:pt modelId="{EBE23AAA-F923-428F-B80A-F7C33099B02B}" type="pres">
      <dgm:prSet presAssocID="{4F37B378-A729-4805-8974-138BD7497CD4}" presName="vert1" presStyleCnt="0"/>
      <dgm:spPr/>
    </dgm:pt>
    <dgm:pt modelId="{9874A4D4-68D0-4AEB-8C64-24C914389C5D}" type="pres">
      <dgm:prSet presAssocID="{0B07572F-7390-4E44-8B71-D6D42FD3513D}" presName="thickLine" presStyleLbl="alignNode1" presStyleIdx="4" presStyleCnt="5"/>
      <dgm:spPr/>
    </dgm:pt>
    <dgm:pt modelId="{4A60C6F5-D00C-4554-AA72-33E659CE1E60}" type="pres">
      <dgm:prSet presAssocID="{0B07572F-7390-4E44-8B71-D6D42FD3513D}" presName="horz1" presStyleCnt="0"/>
      <dgm:spPr/>
    </dgm:pt>
    <dgm:pt modelId="{A24BBF1C-BD0D-49EB-BEA0-545C201FFE11}" type="pres">
      <dgm:prSet presAssocID="{0B07572F-7390-4E44-8B71-D6D42FD3513D}" presName="tx1" presStyleLbl="revTx" presStyleIdx="4" presStyleCnt="5"/>
      <dgm:spPr/>
    </dgm:pt>
    <dgm:pt modelId="{54D4E896-10C5-476B-9DA4-62A8BD54BD33}" type="pres">
      <dgm:prSet presAssocID="{0B07572F-7390-4E44-8B71-D6D42FD3513D}" presName="vert1" presStyleCnt="0"/>
      <dgm:spPr/>
    </dgm:pt>
  </dgm:ptLst>
  <dgm:cxnLst>
    <dgm:cxn modelId="{B8E55A04-09C5-4866-82E9-E87D8A9669FE}" srcId="{0EC5A933-863E-48B1-9F8A-177326E44005}" destId="{0B07572F-7390-4E44-8B71-D6D42FD3513D}" srcOrd="4" destOrd="0" parTransId="{7D4E8FB1-46AD-483B-8A16-1517829D9461}" sibTransId="{0AD03244-52C2-43B6-8906-AF32AFB99EDC}"/>
    <dgm:cxn modelId="{D6898606-3E00-405A-A86F-C58C8013AA98}" type="presOf" srcId="{5266AAE7-B9A8-4149-BC2C-FC99568C6749}" destId="{821127D3-5112-44B5-AD86-5B0A8CA60AB1}" srcOrd="0" destOrd="0" presId="urn:microsoft.com/office/officeart/2008/layout/LinedList"/>
    <dgm:cxn modelId="{5C034563-66FC-43E7-A6BB-99B9AD433119}" type="presOf" srcId="{4F37B378-A729-4805-8974-138BD7497CD4}" destId="{F0C7539B-34F0-4D9B-B40D-360884EA698C}" srcOrd="0" destOrd="0" presId="urn:microsoft.com/office/officeart/2008/layout/LinedList"/>
    <dgm:cxn modelId="{65141072-CE0A-4A49-A069-8F720003CC89}" srcId="{0EC5A933-863E-48B1-9F8A-177326E44005}" destId="{AD9718DE-9E36-4CF5-BC80-40A93CA62728}" srcOrd="2" destOrd="0" parTransId="{411BA06D-518B-4FC8-A497-BCF02C561658}" sibTransId="{30DFCCD0-F2EC-400F-B276-234661709EE4}"/>
    <dgm:cxn modelId="{2CD0C85A-7EA6-434B-9A92-7ED9577F7140}" srcId="{0EC5A933-863E-48B1-9F8A-177326E44005}" destId="{D2F646C7-F4E9-4D4B-906F-579CFFBEB17F}" srcOrd="1" destOrd="0" parTransId="{4CF93EE5-862C-420E-9CDB-74D1F7944D0F}" sibTransId="{F1F86DD0-D234-4F5D-B599-20A4D2A1D0CB}"/>
    <dgm:cxn modelId="{558DAD7E-3FBB-4F8B-AEB9-3EB9AC9E529C}" srcId="{0EC5A933-863E-48B1-9F8A-177326E44005}" destId="{4F37B378-A729-4805-8974-138BD7497CD4}" srcOrd="3" destOrd="0" parTransId="{AB9AEC69-AB1D-41BE-940B-A6381A64607D}" sibTransId="{FE867DAD-B338-45EE-9C97-875F0F6A6FB0}"/>
    <dgm:cxn modelId="{68EA0E8A-1186-4304-86B2-1BA3DEB53ABC}" srcId="{0EC5A933-863E-48B1-9F8A-177326E44005}" destId="{5266AAE7-B9A8-4149-BC2C-FC99568C6749}" srcOrd="0" destOrd="0" parTransId="{5531D750-A856-4C73-A405-27D933C5F2E0}" sibTransId="{FFC73AD7-7A89-46AD-A081-E84CBF041789}"/>
    <dgm:cxn modelId="{241A458E-CB4B-4B65-9308-F4E0D79FC531}" type="presOf" srcId="{D2F646C7-F4E9-4D4B-906F-579CFFBEB17F}" destId="{0B2BE8DA-2581-4E06-9642-0F24497EF501}" srcOrd="0" destOrd="0" presId="urn:microsoft.com/office/officeart/2008/layout/LinedList"/>
    <dgm:cxn modelId="{EAA54EAD-8A40-4E95-BBC3-DB5DAC1B79FA}" type="presOf" srcId="{0EC5A933-863E-48B1-9F8A-177326E44005}" destId="{6217E5FA-FAE0-455E-9D58-727EC74F72CF}" srcOrd="0" destOrd="0" presId="urn:microsoft.com/office/officeart/2008/layout/LinedList"/>
    <dgm:cxn modelId="{EDC110C3-D653-43B1-8F7D-30B5F80D379B}" type="presOf" srcId="{0B07572F-7390-4E44-8B71-D6D42FD3513D}" destId="{A24BBF1C-BD0D-49EB-BEA0-545C201FFE11}" srcOrd="0" destOrd="0" presId="urn:microsoft.com/office/officeart/2008/layout/LinedList"/>
    <dgm:cxn modelId="{04256ED1-755F-4A8E-B140-EF34F1F65EF9}" type="presOf" srcId="{AD9718DE-9E36-4CF5-BC80-40A93CA62728}" destId="{0852F456-2E1B-44C0-9534-4ABC16A80657}" srcOrd="0" destOrd="0" presId="urn:microsoft.com/office/officeart/2008/layout/LinedList"/>
    <dgm:cxn modelId="{4BBC6838-D7AB-4873-A95E-77760763CC02}" type="presParOf" srcId="{6217E5FA-FAE0-455E-9D58-727EC74F72CF}" destId="{EA9D619E-860A-47D3-B5D2-A473EE2C4D7B}" srcOrd="0" destOrd="0" presId="urn:microsoft.com/office/officeart/2008/layout/LinedList"/>
    <dgm:cxn modelId="{50291043-09E9-4DC5-B034-FC160FE07A3D}" type="presParOf" srcId="{6217E5FA-FAE0-455E-9D58-727EC74F72CF}" destId="{C5DBA932-ACA1-41BC-84A6-5426574099D9}" srcOrd="1" destOrd="0" presId="urn:microsoft.com/office/officeart/2008/layout/LinedList"/>
    <dgm:cxn modelId="{FDDE9B60-25DC-4B5F-BE24-9B771B6DABC6}" type="presParOf" srcId="{C5DBA932-ACA1-41BC-84A6-5426574099D9}" destId="{821127D3-5112-44B5-AD86-5B0A8CA60AB1}" srcOrd="0" destOrd="0" presId="urn:microsoft.com/office/officeart/2008/layout/LinedList"/>
    <dgm:cxn modelId="{4A507BC1-87F3-444F-87BF-8C3F620BF3B5}" type="presParOf" srcId="{C5DBA932-ACA1-41BC-84A6-5426574099D9}" destId="{560566E7-D08E-4530-9CC7-9DA2DD6EFC75}" srcOrd="1" destOrd="0" presId="urn:microsoft.com/office/officeart/2008/layout/LinedList"/>
    <dgm:cxn modelId="{335E6CC7-8306-4857-B17F-3F61E989DF5D}" type="presParOf" srcId="{6217E5FA-FAE0-455E-9D58-727EC74F72CF}" destId="{E5E144A7-D96D-4A37-9BBC-414CAC0BA34D}" srcOrd="2" destOrd="0" presId="urn:microsoft.com/office/officeart/2008/layout/LinedList"/>
    <dgm:cxn modelId="{5C8C92E6-3E85-4842-99C3-3CB3F3C42EFA}" type="presParOf" srcId="{6217E5FA-FAE0-455E-9D58-727EC74F72CF}" destId="{57EAE3C2-3FFB-400B-8AF3-4DCB62FAEEA2}" srcOrd="3" destOrd="0" presId="urn:microsoft.com/office/officeart/2008/layout/LinedList"/>
    <dgm:cxn modelId="{F138D060-F837-4734-B5E4-6F51D14E39FB}" type="presParOf" srcId="{57EAE3C2-3FFB-400B-8AF3-4DCB62FAEEA2}" destId="{0B2BE8DA-2581-4E06-9642-0F24497EF501}" srcOrd="0" destOrd="0" presId="urn:microsoft.com/office/officeart/2008/layout/LinedList"/>
    <dgm:cxn modelId="{8D4DDF07-052C-4099-A15B-47A16D25EDB8}" type="presParOf" srcId="{57EAE3C2-3FFB-400B-8AF3-4DCB62FAEEA2}" destId="{8118BF86-F93C-4D7E-A622-50D07875C293}" srcOrd="1" destOrd="0" presId="urn:microsoft.com/office/officeart/2008/layout/LinedList"/>
    <dgm:cxn modelId="{520A089E-1A87-4FEE-9641-762DA799A308}" type="presParOf" srcId="{6217E5FA-FAE0-455E-9D58-727EC74F72CF}" destId="{278C4889-81A0-4E4E-BEA7-17BF54BEE703}" srcOrd="4" destOrd="0" presId="urn:microsoft.com/office/officeart/2008/layout/LinedList"/>
    <dgm:cxn modelId="{BEE60E50-3EF2-477C-BBC3-950C01DA2FB4}" type="presParOf" srcId="{6217E5FA-FAE0-455E-9D58-727EC74F72CF}" destId="{1B63C259-A5BC-4E2B-819B-C27D82699240}" srcOrd="5" destOrd="0" presId="urn:microsoft.com/office/officeart/2008/layout/LinedList"/>
    <dgm:cxn modelId="{AE1050A7-F304-43CC-83B9-C31BF8E4AF5C}" type="presParOf" srcId="{1B63C259-A5BC-4E2B-819B-C27D82699240}" destId="{0852F456-2E1B-44C0-9534-4ABC16A80657}" srcOrd="0" destOrd="0" presId="urn:microsoft.com/office/officeart/2008/layout/LinedList"/>
    <dgm:cxn modelId="{58A7DA47-FFF2-48C9-AE6B-D16CED15E84A}" type="presParOf" srcId="{1B63C259-A5BC-4E2B-819B-C27D82699240}" destId="{BFA4D169-FAB8-495B-9FC0-662E6893B8A9}" srcOrd="1" destOrd="0" presId="urn:microsoft.com/office/officeart/2008/layout/LinedList"/>
    <dgm:cxn modelId="{7952955C-7EDE-4B86-961E-0597F504A86E}" type="presParOf" srcId="{6217E5FA-FAE0-455E-9D58-727EC74F72CF}" destId="{EF967433-A1DC-4DE7-A2F7-2AD58A3D8C0B}" srcOrd="6" destOrd="0" presId="urn:microsoft.com/office/officeart/2008/layout/LinedList"/>
    <dgm:cxn modelId="{E7BE7F06-7D01-4B7C-8402-BC3E170369FD}" type="presParOf" srcId="{6217E5FA-FAE0-455E-9D58-727EC74F72CF}" destId="{342F9E70-E3AC-4149-8AC4-49BCE048AC7A}" srcOrd="7" destOrd="0" presId="urn:microsoft.com/office/officeart/2008/layout/LinedList"/>
    <dgm:cxn modelId="{DD994556-2547-4E39-B2DC-402433805952}" type="presParOf" srcId="{342F9E70-E3AC-4149-8AC4-49BCE048AC7A}" destId="{F0C7539B-34F0-4D9B-B40D-360884EA698C}" srcOrd="0" destOrd="0" presId="urn:microsoft.com/office/officeart/2008/layout/LinedList"/>
    <dgm:cxn modelId="{C646826C-AA32-446F-893A-DB43BD3DBB0E}" type="presParOf" srcId="{342F9E70-E3AC-4149-8AC4-49BCE048AC7A}" destId="{EBE23AAA-F923-428F-B80A-F7C33099B02B}" srcOrd="1" destOrd="0" presId="urn:microsoft.com/office/officeart/2008/layout/LinedList"/>
    <dgm:cxn modelId="{1B3B8A5E-5A45-43E8-AA68-103518F2B49E}" type="presParOf" srcId="{6217E5FA-FAE0-455E-9D58-727EC74F72CF}" destId="{9874A4D4-68D0-4AEB-8C64-24C914389C5D}" srcOrd="8" destOrd="0" presId="urn:microsoft.com/office/officeart/2008/layout/LinedList"/>
    <dgm:cxn modelId="{FD088B0E-D177-48C8-96DC-02454A64C39E}" type="presParOf" srcId="{6217E5FA-FAE0-455E-9D58-727EC74F72CF}" destId="{4A60C6F5-D00C-4554-AA72-33E659CE1E60}" srcOrd="9" destOrd="0" presId="urn:microsoft.com/office/officeart/2008/layout/LinedList"/>
    <dgm:cxn modelId="{A974E488-4318-465C-A711-6425924EC24D}" type="presParOf" srcId="{4A60C6F5-D00C-4554-AA72-33E659CE1E60}" destId="{A24BBF1C-BD0D-49EB-BEA0-545C201FFE11}" srcOrd="0" destOrd="0" presId="urn:microsoft.com/office/officeart/2008/layout/LinedList"/>
    <dgm:cxn modelId="{50BAA8B1-E400-4C17-BF23-E3698C438673}" type="presParOf" srcId="{4A60C6F5-D00C-4554-AA72-33E659CE1E60}" destId="{54D4E896-10C5-476B-9DA4-62A8BD54BD3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6D90C6-139E-40CF-9714-47AF68EB9F71}">
      <dsp:nvSpPr>
        <dsp:cNvPr id="0" name=""/>
        <dsp:cNvSpPr/>
      </dsp:nvSpPr>
      <dsp:spPr>
        <a:xfrm>
          <a:off x="103109" y="1286465"/>
          <a:ext cx="832275" cy="83227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B114F7-DD1F-46F6-9D04-6134B1CCB7BF}">
      <dsp:nvSpPr>
        <dsp:cNvPr id="0" name=""/>
        <dsp:cNvSpPr/>
      </dsp:nvSpPr>
      <dsp:spPr>
        <a:xfrm>
          <a:off x="277887" y="1461243"/>
          <a:ext cx="482720" cy="482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A9F52-B8D9-4772-A86B-8FF8E5D5528B}">
      <dsp:nvSpPr>
        <dsp:cNvPr id="0" name=""/>
        <dsp:cNvSpPr/>
      </dsp:nvSpPr>
      <dsp:spPr>
        <a:xfrm>
          <a:off x="1113730" y="1286465"/>
          <a:ext cx="1961793" cy="8322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Automating scheduling, escalations, and overrides to reduce manual errors</a:t>
          </a:r>
        </a:p>
      </dsp:txBody>
      <dsp:txXfrm>
        <a:off x="1113730" y="1286465"/>
        <a:ext cx="1961793" cy="832275"/>
      </dsp:txXfrm>
    </dsp:sp>
    <dsp:sp modelId="{71F9AF62-16C0-425E-8236-0F8EBC1A2FF5}">
      <dsp:nvSpPr>
        <dsp:cNvPr id="0" name=""/>
        <dsp:cNvSpPr/>
      </dsp:nvSpPr>
      <dsp:spPr>
        <a:xfrm>
          <a:off x="3417351" y="1286465"/>
          <a:ext cx="832275" cy="83227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149F4F-EEB8-49FD-AC4B-ADE79E305122}">
      <dsp:nvSpPr>
        <dsp:cNvPr id="0" name=""/>
        <dsp:cNvSpPr/>
      </dsp:nvSpPr>
      <dsp:spPr>
        <a:xfrm>
          <a:off x="3592129" y="1461243"/>
          <a:ext cx="482720" cy="482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37BE4C-BFF5-4B6C-B06E-D591B8C329B9}">
      <dsp:nvSpPr>
        <dsp:cNvPr id="0" name=""/>
        <dsp:cNvSpPr/>
      </dsp:nvSpPr>
      <dsp:spPr>
        <a:xfrm>
          <a:off x="4427972" y="1286465"/>
          <a:ext cx="1961793" cy="8322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Ensuring multi-time zone support</a:t>
          </a:r>
        </a:p>
      </dsp:txBody>
      <dsp:txXfrm>
        <a:off x="4427972" y="1286465"/>
        <a:ext cx="1961793" cy="832275"/>
      </dsp:txXfrm>
    </dsp:sp>
    <dsp:sp modelId="{166F1181-6B60-413A-B190-C8CDE35CB08F}">
      <dsp:nvSpPr>
        <dsp:cNvPr id="0" name=""/>
        <dsp:cNvSpPr/>
      </dsp:nvSpPr>
      <dsp:spPr>
        <a:xfrm>
          <a:off x="103109" y="2986659"/>
          <a:ext cx="832275" cy="83227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83B9FD-4693-415C-9311-BAEF38017C54}">
      <dsp:nvSpPr>
        <dsp:cNvPr id="0" name=""/>
        <dsp:cNvSpPr/>
      </dsp:nvSpPr>
      <dsp:spPr>
        <a:xfrm>
          <a:off x="277887" y="3161436"/>
          <a:ext cx="482720" cy="482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A883A3-AC51-4384-A16E-B5C36FC254E2}">
      <dsp:nvSpPr>
        <dsp:cNvPr id="0" name=""/>
        <dsp:cNvSpPr/>
      </dsp:nvSpPr>
      <dsp:spPr>
        <a:xfrm>
          <a:off x="1113730" y="2986659"/>
          <a:ext cx="1961793" cy="8322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Meet compliance standards in regulated industries</a:t>
          </a:r>
        </a:p>
      </dsp:txBody>
      <dsp:txXfrm>
        <a:off x="1113730" y="2986659"/>
        <a:ext cx="1961793" cy="832275"/>
      </dsp:txXfrm>
    </dsp:sp>
    <dsp:sp modelId="{8F073749-BECA-47D2-8D61-F9D76DA6E2F0}">
      <dsp:nvSpPr>
        <dsp:cNvPr id="0" name=""/>
        <dsp:cNvSpPr/>
      </dsp:nvSpPr>
      <dsp:spPr>
        <a:xfrm>
          <a:off x="3417351" y="2986659"/>
          <a:ext cx="832275" cy="83227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4465D5-38A6-488A-938F-F7130ADD26AB}">
      <dsp:nvSpPr>
        <dsp:cNvPr id="0" name=""/>
        <dsp:cNvSpPr/>
      </dsp:nvSpPr>
      <dsp:spPr>
        <a:xfrm>
          <a:off x="3592129" y="3161436"/>
          <a:ext cx="482720" cy="482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1C582A-5933-4474-A4C1-C34EF2BF6F51}">
      <dsp:nvSpPr>
        <dsp:cNvPr id="0" name=""/>
        <dsp:cNvSpPr/>
      </dsp:nvSpPr>
      <dsp:spPr>
        <a:xfrm>
          <a:off x="4427972" y="2986659"/>
          <a:ext cx="1961793" cy="8322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Keep customers happy with rapid incident response</a:t>
          </a:r>
        </a:p>
      </dsp:txBody>
      <dsp:txXfrm>
        <a:off x="4427972" y="2986659"/>
        <a:ext cx="1961793" cy="8322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9E36A-1527-4532-AA00-FB2AF085374D}">
      <dsp:nvSpPr>
        <dsp:cNvPr id="0" name=""/>
        <dsp:cNvSpPr/>
      </dsp:nvSpPr>
      <dsp:spPr>
        <a:xfrm>
          <a:off x="0" y="0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B75432-3938-433B-B71B-DE7AFE53720D}">
      <dsp:nvSpPr>
        <dsp:cNvPr id="0" name=""/>
        <dsp:cNvSpPr/>
      </dsp:nvSpPr>
      <dsp:spPr>
        <a:xfrm>
          <a:off x="0" y="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 well-designed pager rotation schedule can increase uptime</a:t>
          </a:r>
        </a:p>
      </dsp:txBody>
      <dsp:txXfrm>
        <a:off x="0" y="0"/>
        <a:ext cx="6492875" cy="1276350"/>
      </dsp:txXfrm>
    </dsp:sp>
    <dsp:sp modelId="{DDCDB07C-7275-4AF4-AF19-D401F990F942}">
      <dsp:nvSpPr>
        <dsp:cNvPr id="0" name=""/>
        <dsp:cNvSpPr/>
      </dsp:nvSpPr>
      <dsp:spPr>
        <a:xfrm>
          <a:off x="0" y="1276350"/>
          <a:ext cx="6492875" cy="0"/>
        </a:xfrm>
        <a:prstGeom prst="line">
          <a:avLst/>
        </a:prstGeom>
        <a:solidFill>
          <a:schemeClr val="accent2">
            <a:hueOff val="-1197987"/>
            <a:satOff val="8241"/>
            <a:lumOff val="915"/>
            <a:alphaOff val="0"/>
          </a:schemeClr>
        </a:solidFill>
        <a:ln w="15875" cap="rnd" cmpd="sng" algn="ctr">
          <a:solidFill>
            <a:schemeClr val="accent2">
              <a:hueOff val="-1197987"/>
              <a:satOff val="8241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38A28-B2FF-4828-97E2-9F1BDC7B8813}">
      <dsp:nvSpPr>
        <dsp:cNvPr id="0" name=""/>
        <dsp:cNvSpPr/>
      </dsp:nvSpPr>
      <dsp:spPr>
        <a:xfrm>
          <a:off x="0" y="127635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It creates a higher state of reliability in the system</a:t>
          </a:r>
        </a:p>
      </dsp:txBody>
      <dsp:txXfrm>
        <a:off x="0" y="1276350"/>
        <a:ext cx="6492875" cy="1276350"/>
      </dsp:txXfrm>
    </dsp:sp>
    <dsp:sp modelId="{25372E11-14A1-494E-9226-06FDB6CCF0E7}">
      <dsp:nvSpPr>
        <dsp:cNvPr id="0" name=""/>
        <dsp:cNvSpPr/>
      </dsp:nvSpPr>
      <dsp:spPr>
        <a:xfrm>
          <a:off x="0" y="2552700"/>
          <a:ext cx="6492875" cy="0"/>
        </a:xfrm>
        <a:prstGeom prst="line">
          <a:avLst/>
        </a:prstGeom>
        <a:solidFill>
          <a:schemeClr val="accent2">
            <a:hueOff val="-2395974"/>
            <a:satOff val="16481"/>
            <a:lumOff val="1829"/>
            <a:alphaOff val="0"/>
          </a:schemeClr>
        </a:solidFill>
        <a:ln w="15875" cap="rnd" cmpd="sng" algn="ctr">
          <a:solidFill>
            <a:schemeClr val="accent2">
              <a:hueOff val="-2395974"/>
              <a:satOff val="16481"/>
              <a:lumOff val="18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155BF2-2AD2-426D-AC2B-0C4663FC0B4B}">
      <dsp:nvSpPr>
        <dsp:cNvPr id="0" name=""/>
        <dsp:cNvSpPr/>
      </dsp:nvSpPr>
      <dsp:spPr>
        <a:xfrm>
          <a:off x="0" y="255270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Availability is consistent throughout all hours of the day</a:t>
          </a:r>
        </a:p>
      </dsp:txBody>
      <dsp:txXfrm>
        <a:off x="0" y="2552700"/>
        <a:ext cx="6492875" cy="1276350"/>
      </dsp:txXfrm>
    </dsp:sp>
    <dsp:sp modelId="{71396B35-2108-4515-9A94-0A8C230B9113}">
      <dsp:nvSpPr>
        <dsp:cNvPr id="0" name=""/>
        <dsp:cNvSpPr/>
      </dsp:nvSpPr>
      <dsp:spPr>
        <a:xfrm>
          <a:off x="0" y="3829050"/>
          <a:ext cx="6492875" cy="0"/>
        </a:xfrm>
        <a:prstGeom prst="lin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0276F0-762A-403E-8372-B729E9223F46}">
      <dsp:nvSpPr>
        <dsp:cNvPr id="0" name=""/>
        <dsp:cNvSpPr/>
      </dsp:nvSpPr>
      <dsp:spPr>
        <a:xfrm>
          <a:off x="0" y="382905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Prevents employee burnout as everyone gets time to recover</a:t>
          </a:r>
        </a:p>
      </dsp:txBody>
      <dsp:txXfrm>
        <a:off x="0" y="3829050"/>
        <a:ext cx="6492875" cy="12763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D4B8A2-0990-460B-9856-3C50FE84C3CE}">
      <dsp:nvSpPr>
        <dsp:cNvPr id="0" name=""/>
        <dsp:cNvSpPr/>
      </dsp:nvSpPr>
      <dsp:spPr>
        <a:xfrm>
          <a:off x="0" y="2492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AF49E9-D616-4E5D-A9C3-E89F11C58E43}">
      <dsp:nvSpPr>
        <dsp:cNvPr id="0" name=""/>
        <dsp:cNvSpPr/>
      </dsp:nvSpPr>
      <dsp:spPr>
        <a:xfrm>
          <a:off x="0" y="2492"/>
          <a:ext cx="1298575" cy="1700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Managing</a:t>
          </a:r>
        </a:p>
      </dsp:txBody>
      <dsp:txXfrm>
        <a:off x="0" y="2492"/>
        <a:ext cx="1298575" cy="1700138"/>
      </dsp:txXfrm>
    </dsp:sp>
    <dsp:sp modelId="{546BFFD4-F97F-4EF0-BB6E-AF44CC32E51F}">
      <dsp:nvSpPr>
        <dsp:cNvPr id="0" name=""/>
        <dsp:cNvSpPr/>
      </dsp:nvSpPr>
      <dsp:spPr>
        <a:xfrm>
          <a:off x="1395968" y="79696"/>
          <a:ext cx="5096906" cy="1544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Managing incidents</a:t>
          </a:r>
        </a:p>
      </dsp:txBody>
      <dsp:txXfrm>
        <a:off x="1395968" y="79696"/>
        <a:ext cx="5096906" cy="1544070"/>
      </dsp:txXfrm>
    </dsp:sp>
    <dsp:sp modelId="{007E5A3B-ED7A-40F2-B2F1-F5BB6212F292}">
      <dsp:nvSpPr>
        <dsp:cNvPr id="0" name=""/>
        <dsp:cNvSpPr/>
      </dsp:nvSpPr>
      <dsp:spPr>
        <a:xfrm>
          <a:off x="1298574" y="1623767"/>
          <a:ext cx="51943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348598-2C72-4660-8048-9B7C5DA29C1D}">
      <dsp:nvSpPr>
        <dsp:cNvPr id="0" name=""/>
        <dsp:cNvSpPr/>
      </dsp:nvSpPr>
      <dsp:spPr>
        <a:xfrm>
          <a:off x="0" y="1702630"/>
          <a:ext cx="6492875" cy="0"/>
        </a:xfrm>
        <a:prstGeom prst="line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C645C-402B-42EA-8240-EB2229BAF36D}">
      <dsp:nvSpPr>
        <dsp:cNvPr id="0" name=""/>
        <dsp:cNvSpPr/>
      </dsp:nvSpPr>
      <dsp:spPr>
        <a:xfrm>
          <a:off x="0" y="1702630"/>
          <a:ext cx="1298575" cy="1700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Making</a:t>
          </a:r>
        </a:p>
      </dsp:txBody>
      <dsp:txXfrm>
        <a:off x="0" y="1702630"/>
        <a:ext cx="1298575" cy="1700138"/>
      </dsp:txXfrm>
    </dsp:sp>
    <dsp:sp modelId="{91A5FB39-9A88-490A-8DCE-F113CD29E1B5}">
      <dsp:nvSpPr>
        <dsp:cNvPr id="0" name=""/>
        <dsp:cNvSpPr/>
      </dsp:nvSpPr>
      <dsp:spPr>
        <a:xfrm>
          <a:off x="1395968" y="1779834"/>
          <a:ext cx="5096906" cy="1544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Making sure the right alerts reach the right individuals</a:t>
          </a:r>
        </a:p>
      </dsp:txBody>
      <dsp:txXfrm>
        <a:off x="1395968" y="1779834"/>
        <a:ext cx="5096906" cy="1544070"/>
      </dsp:txXfrm>
    </dsp:sp>
    <dsp:sp modelId="{C1E29875-E474-4FDF-9AFF-B14BCB5ADF9D}">
      <dsp:nvSpPr>
        <dsp:cNvPr id="0" name=""/>
        <dsp:cNvSpPr/>
      </dsp:nvSpPr>
      <dsp:spPr>
        <a:xfrm>
          <a:off x="1298574" y="3323905"/>
          <a:ext cx="51943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3387C4-8D17-477C-A887-CE1A55A3949D}">
      <dsp:nvSpPr>
        <dsp:cNvPr id="0" name=""/>
        <dsp:cNvSpPr/>
      </dsp:nvSpPr>
      <dsp:spPr>
        <a:xfrm>
          <a:off x="0" y="3402769"/>
          <a:ext cx="6492875" cy="0"/>
        </a:xfrm>
        <a:prstGeom prst="lin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5BD53B-C74A-4A26-8C2B-5231DA380539}">
      <dsp:nvSpPr>
        <dsp:cNvPr id="0" name=""/>
        <dsp:cNvSpPr/>
      </dsp:nvSpPr>
      <dsp:spPr>
        <a:xfrm>
          <a:off x="0" y="3402769"/>
          <a:ext cx="1298575" cy="1700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Minimizing</a:t>
          </a:r>
        </a:p>
      </dsp:txBody>
      <dsp:txXfrm>
        <a:off x="0" y="3402769"/>
        <a:ext cx="1298575" cy="1700138"/>
      </dsp:txXfrm>
    </dsp:sp>
    <dsp:sp modelId="{B0A15868-A381-48CB-8C92-ABFACF4BE67C}">
      <dsp:nvSpPr>
        <dsp:cNvPr id="0" name=""/>
        <dsp:cNvSpPr/>
      </dsp:nvSpPr>
      <dsp:spPr>
        <a:xfrm>
          <a:off x="1395968" y="3479972"/>
          <a:ext cx="5096906" cy="1544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Minimizing Downtime</a:t>
          </a:r>
        </a:p>
      </dsp:txBody>
      <dsp:txXfrm>
        <a:off x="1395968" y="3479972"/>
        <a:ext cx="5096906" cy="1544070"/>
      </dsp:txXfrm>
    </dsp:sp>
    <dsp:sp modelId="{8F62806F-45A0-4A35-A006-B447579A5A66}">
      <dsp:nvSpPr>
        <dsp:cNvPr id="0" name=""/>
        <dsp:cNvSpPr/>
      </dsp:nvSpPr>
      <dsp:spPr>
        <a:xfrm>
          <a:off x="1298574" y="5024043"/>
          <a:ext cx="51943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F986CC-878F-4E5F-8A84-13F94EF48FFB}">
      <dsp:nvSpPr>
        <dsp:cNvPr id="0" name=""/>
        <dsp:cNvSpPr/>
      </dsp:nvSpPr>
      <dsp:spPr>
        <a:xfrm>
          <a:off x="0" y="0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54163-B21C-47BB-A3BC-69187CAFEE33}">
      <dsp:nvSpPr>
        <dsp:cNvPr id="0" name=""/>
        <dsp:cNvSpPr/>
      </dsp:nvSpPr>
      <dsp:spPr>
        <a:xfrm>
          <a:off x="0" y="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Plan schedules to match team availability</a:t>
          </a:r>
        </a:p>
      </dsp:txBody>
      <dsp:txXfrm>
        <a:off x="0" y="0"/>
        <a:ext cx="6492875" cy="1276350"/>
      </dsp:txXfrm>
    </dsp:sp>
    <dsp:sp modelId="{DC013619-5C49-4A6F-8F79-133B4A892E0E}">
      <dsp:nvSpPr>
        <dsp:cNvPr id="0" name=""/>
        <dsp:cNvSpPr/>
      </dsp:nvSpPr>
      <dsp:spPr>
        <a:xfrm>
          <a:off x="0" y="1276350"/>
          <a:ext cx="6492875" cy="0"/>
        </a:xfrm>
        <a:prstGeom prst="line">
          <a:avLst/>
        </a:prstGeom>
        <a:solidFill>
          <a:schemeClr val="accent2">
            <a:hueOff val="-1197987"/>
            <a:satOff val="8241"/>
            <a:lumOff val="915"/>
            <a:alphaOff val="0"/>
          </a:schemeClr>
        </a:solidFill>
        <a:ln w="15875" cap="rnd" cmpd="sng" algn="ctr">
          <a:solidFill>
            <a:schemeClr val="accent2">
              <a:hueOff val="-1197987"/>
              <a:satOff val="8241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F07A39-97FE-44E3-BB55-D358A4013A23}">
      <dsp:nvSpPr>
        <dsp:cNvPr id="0" name=""/>
        <dsp:cNvSpPr/>
      </dsp:nvSpPr>
      <dsp:spPr>
        <a:xfrm>
          <a:off x="0" y="127635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Balance workload and rotation frequency</a:t>
          </a:r>
        </a:p>
      </dsp:txBody>
      <dsp:txXfrm>
        <a:off x="0" y="1276350"/>
        <a:ext cx="6492875" cy="1276350"/>
      </dsp:txXfrm>
    </dsp:sp>
    <dsp:sp modelId="{63A15E9F-FD87-4D58-A431-ACB49F7E2044}">
      <dsp:nvSpPr>
        <dsp:cNvPr id="0" name=""/>
        <dsp:cNvSpPr/>
      </dsp:nvSpPr>
      <dsp:spPr>
        <a:xfrm>
          <a:off x="0" y="2552700"/>
          <a:ext cx="6492875" cy="0"/>
        </a:xfrm>
        <a:prstGeom prst="line">
          <a:avLst/>
        </a:prstGeom>
        <a:solidFill>
          <a:schemeClr val="accent2">
            <a:hueOff val="-2395974"/>
            <a:satOff val="16481"/>
            <a:lumOff val="1829"/>
            <a:alphaOff val="0"/>
          </a:schemeClr>
        </a:solidFill>
        <a:ln w="15875" cap="rnd" cmpd="sng" algn="ctr">
          <a:solidFill>
            <a:schemeClr val="accent2">
              <a:hueOff val="-2395974"/>
              <a:satOff val="16481"/>
              <a:lumOff val="18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B4571-346C-4F17-B0CA-1A2D811B7781}">
      <dsp:nvSpPr>
        <dsp:cNvPr id="0" name=""/>
        <dsp:cNvSpPr/>
      </dsp:nvSpPr>
      <dsp:spPr>
        <a:xfrm>
          <a:off x="0" y="255270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Use escalation policies  ( letting the right person know)</a:t>
          </a:r>
        </a:p>
      </dsp:txBody>
      <dsp:txXfrm>
        <a:off x="0" y="2552700"/>
        <a:ext cx="6492875" cy="1276350"/>
      </dsp:txXfrm>
    </dsp:sp>
    <dsp:sp modelId="{129A346C-BE33-4714-B408-FE498B16C303}">
      <dsp:nvSpPr>
        <dsp:cNvPr id="0" name=""/>
        <dsp:cNvSpPr/>
      </dsp:nvSpPr>
      <dsp:spPr>
        <a:xfrm>
          <a:off x="0" y="3829050"/>
          <a:ext cx="6492875" cy="0"/>
        </a:xfrm>
        <a:prstGeom prst="lin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119541-077B-4F3D-A797-00EC2B0136F5}">
      <dsp:nvSpPr>
        <dsp:cNvPr id="0" name=""/>
        <dsp:cNvSpPr/>
      </dsp:nvSpPr>
      <dsp:spPr>
        <a:xfrm>
          <a:off x="0" y="382905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Collaboration, collaboration and collaboration across teams is essential</a:t>
          </a:r>
        </a:p>
      </dsp:txBody>
      <dsp:txXfrm>
        <a:off x="0" y="3829050"/>
        <a:ext cx="6492875" cy="12763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E693B3-57A3-4CAC-9243-6783980BA688}">
      <dsp:nvSpPr>
        <dsp:cNvPr id="0" name=""/>
        <dsp:cNvSpPr/>
      </dsp:nvSpPr>
      <dsp:spPr>
        <a:xfrm>
          <a:off x="0" y="0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5E0BBD-3D59-45D1-9590-A15337EAFEF9}">
      <dsp:nvSpPr>
        <dsp:cNvPr id="0" name=""/>
        <dsp:cNvSpPr/>
      </dsp:nvSpPr>
      <dsp:spPr>
        <a:xfrm>
          <a:off x="0" y="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Deciding how frequently engineers rotate</a:t>
          </a:r>
        </a:p>
      </dsp:txBody>
      <dsp:txXfrm>
        <a:off x="0" y="0"/>
        <a:ext cx="6492875" cy="1276350"/>
      </dsp:txXfrm>
    </dsp:sp>
    <dsp:sp modelId="{FD34BE88-E59D-49D3-8B28-481BB46E62CF}">
      <dsp:nvSpPr>
        <dsp:cNvPr id="0" name=""/>
        <dsp:cNvSpPr/>
      </dsp:nvSpPr>
      <dsp:spPr>
        <a:xfrm>
          <a:off x="0" y="1276350"/>
          <a:ext cx="6492875" cy="0"/>
        </a:xfrm>
        <a:prstGeom prst="line">
          <a:avLst/>
        </a:prstGeom>
        <a:solidFill>
          <a:schemeClr val="accent2">
            <a:hueOff val="-1197987"/>
            <a:satOff val="8241"/>
            <a:lumOff val="915"/>
            <a:alphaOff val="0"/>
          </a:schemeClr>
        </a:solidFill>
        <a:ln w="15875" cap="rnd" cmpd="sng" algn="ctr">
          <a:solidFill>
            <a:schemeClr val="accent2">
              <a:hueOff val="-1197987"/>
              <a:satOff val="8241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8B650-59C6-455F-A2D7-558903C28A0A}">
      <dsp:nvSpPr>
        <dsp:cNvPr id="0" name=""/>
        <dsp:cNvSpPr/>
      </dsp:nvSpPr>
      <dsp:spPr>
        <a:xfrm>
          <a:off x="0" y="127635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Assign backup responders for cases where the primary is unavailable</a:t>
          </a:r>
        </a:p>
      </dsp:txBody>
      <dsp:txXfrm>
        <a:off x="0" y="1276350"/>
        <a:ext cx="6492875" cy="1276350"/>
      </dsp:txXfrm>
    </dsp:sp>
    <dsp:sp modelId="{30D7C7EB-DAF1-41BB-8775-838AF16E9AC2}">
      <dsp:nvSpPr>
        <dsp:cNvPr id="0" name=""/>
        <dsp:cNvSpPr/>
      </dsp:nvSpPr>
      <dsp:spPr>
        <a:xfrm>
          <a:off x="0" y="2552700"/>
          <a:ext cx="6492875" cy="0"/>
        </a:xfrm>
        <a:prstGeom prst="line">
          <a:avLst/>
        </a:prstGeom>
        <a:solidFill>
          <a:schemeClr val="accent2">
            <a:hueOff val="-2395974"/>
            <a:satOff val="16481"/>
            <a:lumOff val="1829"/>
            <a:alphaOff val="0"/>
          </a:schemeClr>
        </a:solidFill>
        <a:ln w="15875" cap="rnd" cmpd="sng" algn="ctr">
          <a:solidFill>
            <a:schemeClr val="accent2">
              <a:hueOff val="-2395974"/>
              <a:satOff val="16481"/>
              <a:lumOff val="18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E3BAC-F81D-43A7-95AC-33064534DC6F}">
      <dsp:nvSpPr>
        <dsp:cNvPr id="0" name=""/>
        <dsp:cNvSpPr/>
      </dsp:nvSpPr>
      <dsp:spPr>
        <a:xfrm>
          <a:off x="0" y="255270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Time zone coverage</a:t>
          </a:r>
        </a:p>
      </dsp:txBody>
      <dsp:txXfrm>
        <a:off x="0" y="2552700"/>
        <a:ext cx="6492875" cy="1276350"/>
      </dsp:txXfrm>
    </dsp:sp>
    <dsp:sp modelId="{E79DF7F5-8E7D-45E1-9249-47E087386FC0}">
      <dsp:nvSpPr>
        <dsp:cNvPr id="0" name=""/>
        <dsp:cNvSpPr/>
      </dsp:nvSpPr>
      <dsp:spPr>
        <a:xfrm>
          <a:off x="0" y="3829050"/>
          <a:ext cx="6492875" cy="0"/>
        </a:xfrm>
        <a:prstGeom prst="lin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E0072-8701-491F-83C1-F47DA0A49CDF}">
      <dsp:nvSpPr>
        <dsp:cNvPr id="0" name=""/>
        <dsp:cNvSpPr/>
      </dsp:nvSpPr>
      <dsp:spPr>
        <a:xfrm>
          <a:off x="0" y="382905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Account for vacations, sick days, and unplanned absences</a:t>
          </a:r>
        </a:p>
      </dsp:txBody>
      <dsp:txXfrm>
        <a:off x="0" y="3829050"/>
        <a:ext cx="6492875" cy="12763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92AE60-FD8A-4952-B528-5FBC140B3DAA}">
      <dsp:nvSpPr>
        <dsp:cNvPr id="0" name=""/>
        <dsp:cNvSpPr/>
      </dsp:nvSpPr>
      <dsp:spPr>
        <a:xfrm>
          <a:off x="0" y="0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3B50EB-EE9C-4A50-A089-CD8D5984A1F7}">
      <dsp:nvSpPr>
        <dsp:cNvPr id="0" name=""/>
        <dsp:cNvSpPr/>
      </dsp:nvSpPr>
      <dsp:spPr>
        <a:xfrm>
          <a:off x="0" y="0"/>
          <a:ext cx="6492875" cy="2552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220980" rIns="220980" bIns="220980" numCol="1" spcCol="1270" anchor="t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OnPage Free Schedule Generator</a:t>
          </a:r>
        </a:p>
      </dsp:txBody>
      <dsp:txXfrm>
        <a:off x="0" y="0"/>
        <a:ext cx="6492875" cy="2552700"/>
      </dsp:txXfrm>
    </dsp:sp>
    <dsp:sp modelId="{7533EAB0-BA73-447C-B6C3-B6D14D16930A}">
      <dsp:nvSpPr>
        <dsp:cNvPr id="0" name=""/>
        <dsp:cNvSpPr/>
      </dsp:nvSpPr>
      <dsp:spPr>
        <a:xfrm>
          <a:off x="0" y="2552700"/>
          <a:ext cx="6492875" cy="0"/>
        </a:xfrm>
        <a:prstGeom prst="lin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5183F9-27FE-4913-BBCA-45FF5B212658}">
      <dsp:nvSpPr>
        <dsp:cNvPr id="0" name=""/>
        <dsp:cNvSpPr/>
      </dsp:nvSpPr>
      <dsp:spPr>
        <a:xfrm>
          <a:off x="0" y="2552700"/>
          <a:ext cx="6492875" cy="2552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220980" rIns="220980" bIns="220980" numCol="1" spcCol="1270" anchor="t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PagerTree Scheduling Tool</a:t>
          </a:r>
        </a:p>
      </dsp:txBody>
      <dsp:txXfrm>
        <a:off x="0" y="2552700"/>
        <a:ext cx="6492875" cy="25527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1425D4-4E21-47ED-9914-FE4359590963}">
      <dsp:nvSpPr>
        <dsp:cNvPr id="0" name=""/>
        <dsp:cNvSpPr/>
      </dsp:nvSpPr>
      <dsp:spPr>
        <a:xfrm>
          <a:off x="0" y="623"/>
          <a:ext cx="6492875" cy="14583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4DED89-22FD-462A-AB61-F1E2C8AF3071}">
      <dsp:nvSpPr>
        <dsp:cNvPr id="0" name=""/>
        <dsp:cNvSpPr/>
      </dsp:nvSpPr>
      <dsp:spPr>
        <a:xfrm>
          <a:off x="441144" y="328747"/>
          <a:ext cx="802081" cy="8020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BEC966-3F0E-42FB-AAF7-806FE0CE88C9}">
      <dsp:nvSpPr>
        <dsp:cNvPr id="0" name=""/>
        <dsp:cNvSpPr/>
      </dsp:nvSpPr>
      <dsp:spPr>
        <a:xfrm>
          <a:off x="1684370" y="623"/>
          <a:ext cx="4808504" cy="1458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340" tIns="154340" rIns="154340" bIns="15434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Take account of what works and adjust scheduling accordingly</a:t>
          </a:r>
        </a:p>
      </dsp:txBody>
      <dsp:txXfrm>
        <a:off x="1684370" y="623"/>
        <a:ext cx="4808504" cy="1458329"/>
      </dsp:txXfrm>
    </dsp:sp>
    <dsp:sp modelId="{41FDA63F-828F-4CA9-8EFB-617A3B9C7887}">
      <dsp:nvSpPr>
        <dsp:cNvPr id="0" name=""/>
        <dsp:cNvSpPr/>
      </dsp:nvSpPr>
      <dsp:spPr>
        <a:xfrm>
          <a:off x="0" y="1823535"/>
          <a:ext cx="6492875" cy="14583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588CA5-0024-41B0-8BD6-A9A73945E7A6}">
      <dsp:nvSpPr>
        <dsp:cNvPr id="0" name=""/>
        <dsp:cNvSpPr/>
      </dsp:nvSpPr>
      <dsp:spPr>
        <a:xfrm>
          <a:off x="441144" y="2151659"/>
          <a:ext cx="802081" cy="8020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9A74A-29FB-4EB2-99A0-F68728390F97}">
      <dsp:nvSpPr>
        <dsp:cNvPr id="0" name=""/>
        <dsp:cNvSpPr/>
      </dsp:nvSpPr>
      <dsp:spPr>
        <a:xfrm>
          <a:off x="1684370" y="1823535"/>
          <a:ext cx="4808504" cy="1458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340" tIns="154340" rIns="154340" bIns="15434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 flexible as long as mean time goals are met</a:t>
          </a:r>
        </a:p>
      </dsp:txBody>
      <dsp:txXfrm>
        <a:off x="1684370" y="1823535"/>
        <a:ext cx="4808504" cy="1458329"/>
      </dsp:txXfrm>
    </dsp:sp>
    <dsp:sp modelId="{D4D3E15B-9D3D-4306-B13E-3BC004BCE765}">
      <dsp:nvSpPr>
        <dsp:cNvPr id="0" name=""/>
        <dsp:cNvSpPr/>
      </dsp:nvSpPr>
      <dsp:spPr>
        <a:xfrm>
          <a:off x="0" y="3646447"/>
          <a:ext cx="6492875" cy="14583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9AF89-6B0A-4843-98DB-C8F34E2063F2}">
      <dsp:nvSpPr>
        <dsp:cNvPr id="0" name=""/>
        <dsp:cNvSpPr/>
      </dsp:nvSpPr>
      <dsp:spPr>
        <a:xfrm>
          <a:off x="441144" y="3974571"/>
          <a:ext cx="802081" cy="8020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3F2E38-4FC3-4BDC-B6E9-9292CE6D690F}">
      <dsp:nvSpPr>
        <dsp:cNvPr id="0" name=""/>
        <dsp:cNvSpPr/>
      </dsp:nvSpPr>
      <dsp:spPr>
        <a:xfrm>
          <a:off x="1684370" y="3646447"/>
          <a:ext cx="4808504" cy="1458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340" tIns="154340" rIns="154340" bIns="15434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Award those going the extra mile to help others in the scheduling process</a:t>
          </a:r>
        </a:p>
      </dsp:txBody>
      <dsp:txXfrm>
        <a:off x="1684370" y="3646447"/>
        <a:ext cx="4808504" cy="145832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6B23C4-BD3C-490A-887D-73859EAF9699}">
      <dsp:nvSpPr>
        <dsp:cNvPr id="0" name=""/>
        <dsp:cNvSpPr/>
      </dsp:nvSpPr>
      <dsp:spPr>
        <a:xfrm>
          <a:off x="693737" y="0"/>
          <a:ext cx="5105400" cy="51054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DA462A-1332-48EA-A3C4-2432ECCECD9B}">
      <dsp:nvSpPr>
        <dsp:cNvPr id="0" name=""/>
        <dsp:cNvSpPr/>
      </dsp:nvSpPr>
      <dsp:spPr>
        <a:xfrm>
          <a:off x="1178750" y="485013"/>
          <a:ext cx="1991106" cy="19911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Pager rotation builds accountability and reduces stress among engineers</a:t>
          </a:r>
        </a:p>
      </dsp:txBody>
      <dsp:txXfrm>
        <a:off x="1275948" y="582211"/>
        <a:ext cx="1796710" cy="1796710"/>
      </dsp:txXfrm>
    </dsp:sp>
    <dsp:sp modelId="{A8212EF4-443C-4F36-9BD9-B7DA770C2456}">
      <dsp:nvSpPr>
        <dsp:cNvPr id="0" name=""/>
        <dsp:cNvSpPr/>
      </dsp:nvSpPr>
      <dsp:spPr>
        <a:xfrm>
          <a:off x="3323018" y="485013"/>
          <a:ext cx="1991106" cy="19911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Reliability and availability are increased with effective scheduling</a:t>
          </a:r>
        </a:p>
      </dsp:txBody>
      <dsp:txXfrm>
        <a:off x="3420216" y="582211"/>
        <a:ext cx="1796710" cy="1796710"/>
      </dsp:txXfrm>
    </dsp:sp>
    <dsp:sp modelId="{5553E252-0E76-48ED-8642-9C39339B0C85}">
      <dsp:nvSpPr>
        <dsp:cNvPr id="0" name=""/>
        <dsp:cNvSpPr/>
      </dsp:nvSpPr>
      <dsp:spPr>
        <a:xfrm>
          <a:off x="1178750" y="2629281"/>
          <a:ext cx="1991106" cy="19911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Healthy rotations prevent burnout</a:t>
          </a:r>
        </a:p>
      </dsp:txBody>
      <dsp:txXfrm>
        <a:off x="1275948" y="2726479"/>
        <a:ext cx="1796710" cy="1796710"/>
      </dsp:txXfrm>
    </dsp:sp>
    <dsp:sp modelId="{B7786E85-C227-49FC-812B-8ECB9327E53D}">
      <dsp:nvSpPr>
        <dsp:cNvPr id="0" name=""/>
        <dsp:cNvSpPr/>
      </dsp:nvSpPr>
      <dsp:spPr>
        <a:xfrm>
          <a:off x="3323018" y="2629281"/>
          <a:ext cx="1991106" cy="19911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Continous improvement strengthens DevOps culture</a:t>
          </a:r>
        </a:p>
      </dsp:txBody>
      <dsp:txXfrm>
        <a:off x="3420216" y="2726479"/>
        <a:ext cx="1796710" cy="179671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9D619E-860A-47D3-B5D2-A473EE2C4D7B}">
      <dsp:nvSpPr>
        <dsp:cNvPr id="0" name=""/>
        <dsp:cNvSpPr/>
      </dsp:nvSpPr>
      <dsp:spPr>
        <a:xfrm>
          <a:off x="0" y="623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1127D3-5112-44B5-AD86-5B0A8CA60AB1}">
      <dsp:nvSpPr>
        <dsp:cNvPr id="0" name=""/>
        <dsp:cNvSpPr/>
      </dsp:nvSpPr>
      <dsp:spPr>
        <a:xfrm>
          <a:off x="0" y="623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AlertOps</a:t>
          </a:r>
          <a:r>
            <a:rPr lang="en-US" sz="2000" kern="1200" dirty="0"/>
            <a:t>. (n.d.). On call rotation. </a:t>
          </a:r>
          <a:r>
            <a:rPr lang="en-US" sz="2000" kern="1200" dirty="0">
              <a:hlinkClick xmlns:r="http://schemas.openxmlformats.org/officeDocument/2006/relationships" r:id="rId1"/>
            </a:rPr>
            <a:t>https://alertops.com/on-call-rotation/</a:t>
          </a:r>
          <a:endParaRPr lang="en-US" sz="2000" kern="1200" dirty="0"/>
        </a:p>
      </dsp:txBody>
      <dsp:txXfrm>
        <a:off x="0" y="623"/>
        <a:ext cx="6492875" cy="1020830"/>
      </dsp:txXfrm>
    </dsp:sp>
    <dsp:sp modelId="{E5E144A7-D96D-4A37-9BBC-414CAC0BA34D}">
      <dsp:nvSpPr>
        <dsp:cNvPr id="0" name=""/>
        <dsp:cNvSpPr/>
      </dsp:nvSpPr>
      <dsp:spPr>
        <a:xfrm>
          <a:off x="0" y="1021453"/>
          <a:ext cx="6492875" cy="0"/>
        </a:xfrm>
        <a:prstGeom prst="line">
          <a:avLst/>
        </a:prstGeom>
        <a:solidFill>
          <a:schemeClr val="accent2">
            <a:hueOff val="-898490"/>
            <a:satOff val="6181"/>
            <a:lumOff val="686"/>
            <a:alphaOff val="0"/>
          </a:schemeClr>
        </a:solidFill>
        <a:ln w="15875" cap="rnd" cmpd="sng" algn="ctr">
          <a:solidFill>
            <a:schemeClr val="accent2">
              <a:hueOff val="-898490"/>
              <a:satOff val="6181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2BE8DA-2581-4E06-9642-0F24497EF501}">
      <dsp:nvSpPr>
        <dsp:cNvPr id="0" name=""/>
        <dsp:cNvSpPr/>
      </dsp:nvSpPr>
      <dsp:spPr>
        <a:xfrm>
          <a:off x="0" y="1021453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Collins, Z. (2025, April 29). </a:t>
          </a:r>
          <a:r>
            <a:rPr lang="en-US" sz="2000" i="1" kern="1200" dirty="0"/>
            <a:t>DevOps – Roles and responsibilities</a:t>
          </a:r>
          <a:r>
            <a:rPr lang="en-US" sz="2000" kern="1200" dirty="0"/>
            <a:t>. </a:t>
          </a:r>
          <a:r>
            <a:rPr lang="en-US" sz="2000" kern="1200" dirty="0" err="1"/>
            <a:t>OnPage</a:t>
          </a:r>
          <a:r>
            <a:rPr lang="en-US" sz="2000" kern="1200" dirty="0"/>
            <a:t>. </a:t>
          </a:r>
          <a:r>
            <a:rPr lang="en-US" sz="2000" kern="1200" dirty="0">
              <a:hlinkClick xmlns:r="http://schemas.openxmlformats.org/officeDocument/2006/relationships" r:id="rId2"/>
            </a:rPr>
            <a:t>https://www.onpage.com/devops-roles-and-responsibilities/</a:t>
          </a:r>
          <a:endParaRPr lang="en-US" sz="2000" kern="1200" dirty="0"/>
        </a:p>
      </dsp:txBody>
      <dsp:txXfrm>
        <a:off x="0" y="1021453"/>
        <a:ext cx="6492875" cy="1020830"/>
      </dsp:txXfrm>
    </dsp:sp>
    <dsp:sp modelId="{278C4889-81A0-4E4E-BEA7-17BF54BEE703}">
      <dsp:nvSpPr>
        <dsp:cNvPr id="0" name=""/>
        <dsp:cNvSpPr/>
      </dsp:nvSpPr>
      <dsp:spPr>
        <a:xfrm>
          <a:off x="0" y="2042284"/>
          <a:ext cx="6492875" cy="0"/>
        </a:xfrm>
        <a:prstGeom prst="line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52F456-2E1B-44C0-9534-4ABC16A80657}">
      <dsp:nvSpPr>
        <dsp:cNvPr id="0" name=""/>
        <dsp:cNvSpPr/>
      </dsp:nvSpPr>
      <dsp:spPr>
        <a:xfrm>
          <a:off x="0" y="2042284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OpenAI. (2026). ChatGPT. </a:t>
          </a:r>
          <a:r>
            <a:rPr lang="en-US" sz="2000" kern="1200" dirty="0">
              <a:hlinkClick xmlns:r="http://schemas.openxmlformats.org/officeDocument/2006/relationships" r:id="rId3"/>
            </a:rPr>
            <a:t>https://chat.openai.com/</a:t>
          </a:r>
          <a:endParaRPr lang="en-US" sz="2000" kern="1200" dirty="0"/>
        </a:p>
      </dsp:txBody>
      <dsp:txXfrm>
        <a:off x="0" y="2042284"/>
        <a:ext cx="6492875" cy="1020830"/>
      </dsp:txXfrm>
    </dsp:sp>
    <dsp:sp modelId="{EF967433-A1DC-4DE7-A2F7-2AD58A3D8C0B}">
      <dsp:nvSpPr>
        <dsp:cNvPr id="0" name=""/>
        <dsp:cNvSpPr/>
      </dsp:nvSpPr>
      <dsp:spPr>
        <a:xfrm>
          <a:off x="0" y="3063115"/>
          <a:ext cx="6492875" cy="0"/>
        </a:xfrm>
        <a:prstGeom prst="line">
          <a:avLst/>
        </a:prstGeom>
        <a:solidFill>
          <a:schemeClr val="accent2">
            <a:hueOff val="-2695471"/>
            <a:satOff val="18542"/>
            <a:lumOff val="2058"/>
            <a:alphaOff val="0"/>
          </a:schemeClr>
        </a:solidFill>
        <a:ln w="15875" cap="rnd" cmpd="sng" algn="ctr">
          <a:solidFill>
            <a:schemeClr val="accent2">
              <a:hueOff val="-2695471"/>
              <a:satOff val="18542"/>
              <a:lumOff val="2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C7539B-34F0-4D9B-B40D-360884EA698C}">
      <dsp:nvSpPr>
        <dsp:cNvPr id="0" name=""/>
        <dsp:cNvSpPr/>
      </dsp:nvSpPr>
      <dsp:spPr>
        <a:xfrm>
          <a:off x="0" y="3063115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PagerDuty. (n.d.). Call rotations and schedules. </a:t>
          </a:r>
          <a:r>
            <a:rPr lang="en-US" sz="2000" kern="1200" dirty="0">
              <a:hlinkClick xmlns:r="http://schemas.openxmlformats.org/officeDocument/2006/relationships" r:id="rId4"/>
            </a:rPr>
            <a:t>https://www.pagerduty.com/resources/incident-management-response/learn/call-rotations-schedules/</a:t>
          </a:r>
          <a:endParaRPr lang="en-US" sz="2000" kern="1200" dirty="0"/>
        </a:p>
      </dsp:txBody>
      <dsp:txXfrm>
        <a:off x="0" y="3063115"/>
        <a:ext cx="6492875" cy="1020830"/>
      </dsp:txXfrm>
    </dsp:sp>
    <dsp:sp modelId="{9874A4D4-68D0-4AEB-8C64-24C914389C5D}">
      <dsp:nvSpPr>
        <dsp:cNvPr id="0" name=""/>
        <dsp:cNvSpPr/>
      </dsp:nvSpPr>
      <dsp:spPr>
        <a:xfrm>
          <a:off x="0" y="4083946"/>
          <a:ext cx="6492875" cy="0"/>
        </a:xfrm>
        <a:prstGeom prst="lin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4BBF1C-BD0D-49EB-BEA0-545C201FFE11}">
      <dsp:nvSpPr>
        <dsp:cNvPr id="0" name=""/>
        <dsp:cNvSpPr/>
      </dsp:nvSpPr>
      <dsp:spPr>
        <a:xfrm>
          <a:off x="0" y="4083946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PagerTree</a:t>
          </a:r>
          <a:r>
            <a:rPr lang="en-US" sz="2000" kern="1200" dirty="0"/>
            <a:t>. (n.d.). On call scheduler features. </a:t>
          </a:r>
          <a:r>
            <a:rPr lang="en-US" sz="2000" kern="1200" dirty="0">
              <a:hlinkClick xmlns:r="http://schemas.openxmlformats.org/officeDocument/2006/relationships" r:id="rId5"/>
            </a:rPr>
            <a:t>https://pagertree.com/features/oncall-scheduler/</a:t>
          </a:r>
          <a:endParaRPr lang="en-US" sz="2000" kern="1200" dirty="0"/>
        </a:p>
      </dsp:txBody>
      <dsp:txXfrm>
        <a:off x="0" y="4083946"/>
        <a:ext cx="6492875" cy="10208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0D0-20CB-4EC6-BA36-8B71684BE06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1162-460E-4A28-BBD9-5CF5B5C48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17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0D0-20CB-4EC6-BA36-8B71684BE06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6D51162-460E-4A28-BBD9-5CF5B5C48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00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0D0-20CB-4EC6-BA36-8B71684BE06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1162-460E-4A28-BBD9-5CF5B5C48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533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0D0-20CB-4EC6-BA36-8B71684BE06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1162-460E-4A28-BBD9-5CF5B5C48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5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0D0-20CB-4EC6-BA36-8B71684BE06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1162-460E-4A28-BBD9-5CF5B5C48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02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0D0-20CB-4EC6-BA36-8B71684BE06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1162-460E-4A28-BBD9-5CF5B5C48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48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0D0-20CB-4EC6-BA36-8B71684BE06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1162-460E-4A28-BBD9-5CF5B5C48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0D0-20CB-4EC6-BA36-8B71684BE06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1162-460E-4A28-BBD9-5CF5B5C48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51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0D0-20CB-4EC6-BA36-8B71684BE06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1162-460E-4A28-BBD9-5CF5B5C48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58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0D0-20CB-4EC6-BA36-8B71684BE06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1162-460E-4A28-BBD9-5CF5B5C48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91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0D0-20CB-4EC6-BA36-8B71684BE06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1162-460E-4A28-BBD9-5CF5B5C48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31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0D0-20CB-4EC6-BA36-8B71684BE06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1162-460E-4A28-BBD9-5CF5B5C48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38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0D0-20CB-4EC6-BA36-8B71684BE06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1162-460E-4A28-BBD9-5CF5B5C48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7997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0D0-20CB-4EC6-BA36-8B71684BE06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1162-460E-4A28-BBD9-5CF5B5C48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374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0D0-20CB-4EC6-BA36-8B71684BE06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1162-460E-4A28-BBD9-5CF5B5C48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618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0D0-20CB-4EC6-BA36-8B71684BE06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1162-460E-4A28-BBD9-5CF5B5C48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996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0D0-20CB-4EC6-BA36-8B71684BE06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1162-460E-4A28-BBD9-5CF5B5C48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03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30230D0-20CB-4EC6-BA36-8B71684BE06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D51162-460E-4A28-BBD9-5CF5B5C48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11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n illusion of swirling lines in black and white">
            <a:extLst>
              <a:ext uri="{FF2B5EF4-FFF2-40B4-BE49-F238E27FC236}">
                <a16:creationId xmlns:a16="http://schemas.microsoft.com/office/drawing/2014/main" id="{54ACA256-AFEC-0C4C-50A2-106605E560E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6BC956-F107-102D-31A4-09642B4B1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>
            <a:normAutofit/>
          </a:bodyPr>
          <a:lstStyle/>
          <a:p>
            <a:r>
              <a:rPr lang="en-US" dirty="0"/>
              <a:t>Pager Rotation in DevOps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AC4A6-BD4F-61CD-D0F5-CD1FC4B915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>
            <a:normAutofit/>
          </a:bodyPr>
          <a:lstStyle/>
          <a:p>
            <a:r>
              <a:rPr lang="en-US"/>
              <a:t>Zachary Anderson</a:t>
            </a:r>
          </a:p>
          <a:p>
            <a:r>
              <a:rPr lang="en-US"/>
              <a:t>Mod7.2</a:t>
            </a:r>
          </a:p>
          <a:p>
            <a:r>
              <a:rPr lang="en-US"/>
              <a:t>2/21/26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3EF779-83DD-4EB0-9F4C-7304381A2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772C8C0C-10E0-4305-95B6-F0A11F0AD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rgbClr val="30ACEC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ED6F480D-2F2A-4E97-B196-39B35C4BF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ysClr val="windowText" lastClr="000000">
                <a:lumMod val="65000"/>
                <a:lumOff val="35000"/>
              </a:sys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65ACA5CB-4926-4AA1-8B0D-0A8C294D3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>
                <a:lumMod val="85000"/>
                <a:lumOff val="15000"/>
              </a:sys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1FC1EC6E-AED1-4539-B157-05226499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30ACEC">
                <a:lumMod val="5000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F5C22045-92BD-4CA1-A655-5ADD00283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ACEC">
                <a:lumMod val="7500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F130A56D-449A-4985-94CD-B749D51FF8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ysClr val="windowText" lastClr="000000">
                <a:lumMod val="75000"/>
                <a:lumOff val="25000"/>
              </a:sys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576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A35F4-43F3-7716-4A18-A711433E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Pager Rotation Means in DevOps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4" name="TextBox 3">
            <a:extLst>
              <a:ext uri="{FF2B5EF4-FFF2-40B4-BE49-F238E27FC236}">
                <a16:creationId xmlns:a16="http://schemas.microsoft.com/office/drawing/2014/main" id="{96CAEF1C-60DB-04EB-6D8E-71325E9AA2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6269749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A4B709A-91BD-380A-2B27-9A46EF6AD289}"/>
              </a:ext>
            </a:extLst>
          </p:cNvPr>
          <p:cNvSpPr txBox="1"/>
          <p:nvPr/>
        </p:nvSpPr>
        <p:spPr>
          <a:xfrm>
            <a:off x="10363200" y="6292334"/>
            <a:ext cx="255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(PagerDuty, </a:t>
            </a:r>
            <a:r>
              <a:rPr lang="en-US" dirty="0" err="1"/>
              <a:t>n.d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7125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D7397A-2401-3FEB-DCB4-B3243516A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 Pager Rotation Matters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2" name="TextBox 3">
            <a:extLst>
              <a:ext uri="{FF2B5EF4-FFF2-40B4-BE49-F238E27FC236}">
                <a16:creationId xmlns:a16="http://schemas.microsoft.com/office/drawing/2014/main" id="{95D326D8-2FE3-9A9E-A403-B19A9045CD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0644150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890C44-A0F6-4367-5DD5-B9099411957C}"/>
              </a:ext>
            </a:extLst>
          </p:cNvPr>
          <p:cNvSpPr txBox="1"/>
          <p:nvPr/>
        </p:nvSpPr>
        <p:spPr>
          <a:xfrm>
            <a:off x="10363200" y="6292334"/>
            <a:ext cx="255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(PagerDuty, </a:t>
            </a:r>
            <a:r>
              <a:rPr lang="en-US" dirty="0" err="1"/>
              <a:t>n.d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07587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5A1BFA-8585-0C33-9C7C-EE068C6CA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Core Responsibilities During On Call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4" name="TextBox 3">
            <a:extLst>
              <a:ext uri="{FF2B5EF4-FFF2-40B4-BE49-F238E27FC236}">
                <a16:creationId xmlns:a16="http://schemas.microsoft.com/office/drawing/2014/main" id="{27411701-C7C4-400C-238B-CF96FA350A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2961068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4CDAB85-B8EA-A7DF-C7E3-CE9AA9AFAFE9}"/>
              </a:ext>
            </a:extLst>
          </p:cNvPr>
          <p:cNvSpPr txBox="1"/>
          <p:nvPr/>
        </p:nvSpPr>
        <p:spPr>
          <a:xfrm>
            <a:off x="10363200" y="6292334"/>
            <a:ext cx="255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(Collins, 2025)</a:t>
            </a:r>
          </a:p>
        </p:txBody>
      </p:sp>
    </p:spTree>
    <p:extLst>
      <p:ext uri="{BB962C8B-B14F-4D97-AF65-F5344CB8AC3E}">
        <p14:creationId xmlns:p14="http://schemas.microsoft.com/office/powerpoint/2010/main" val="1844305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19B23E-152F-8D03-65E7-2FAA31B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Industry Best Practices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30" name="TextBox 3">
            <a:extLst>
              <a:ext uri="{FF2B5EF4-FFF2-40B4-BE49-F238E27FC236}">
                <a16:creationId xmlns:a16="http://schemas.microsoft.com/office/drawing/2014/main" id="{3F3111EE-8451-4F3E-601A-157868EB44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2605885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999ADCB-9D95-8C5A-D5EF-772654321BEB}"/>
              </a:ext>
            </a:extLst>
          </p:cNvPr>
          <p:cNvSpPr txBox="1"/>
          <p:nvPr/>
        </p:nvSpPr>
        <p:spPr>
          <a:xfrm>
            <a:off x="10363200" y="6292334"/>
            <a:ext cx="255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AlertOps</a:t>
            </a:r>
            <a:r>
              <a:rPr lang="en-US" dirty="0"/>
              <a:t>, </a:t>
            </a:r>
            <a:r>
              <a:rPr lang="en-US" dirty="0" err="1"/>
              <a:t>n.d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61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810198-C3B3-0BDE-1D29-A435D1E80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Healthy Rotation Design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2" name="TextBox 3">
            <a:extLst>
              <a:ext uri="{FF2B5EF4-FFF2-40B4-BE49-F238E27FC236}">
                <a16:creationId xmlns:a16="http://schemas.microsoft.com/office/drawing/2014/main" id="{A9047D2B-DC49-CFC5-FB93-E9130A6626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7559255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6820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390E7A-244E-4C47-93EF-97709BBBA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Tools That Support Pager Rotation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2" name="TextBox 3">
            <a:extLst>
              <a:ext uri="{FF2B5EF4-FFF2-40B4-BE49-F238E27FC236}">
                <a16:creationId xmlns:a16="http://schemas.microsoft.com/office/drawing/2014/main" id="{DE659310-CCA8-4FD6-5334-210E349CDA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3865407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3374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2ABC0-F7A0-C46B-8154-5A7010184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Measuring Success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2" name="TextBox 3">
            <a:extLst>
              <a:ext uri="{FF2B5EF4-FFF2-40B4-BE49-F238E27FC236}">
                <a16:creationId xmlns:a16="http://schemas.microsoft.com/office/drawing/2014/main" id="{9709D68E-F695-C373-D4ED-B0FB601654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3158854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030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D24598-7FC4-10CA-5D95-913B2047A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Takeaways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2" name="TextBox 3">
            <a:extLst>
              <a:ext uri="{FF2B5EF4-FFF2-40B4-BE49-F238E27FC236}">
                <a16:creationId xmlns:a16="http://schemas.microsoft.com/office/drawing/2014/main" id="{9E7AFC3A-9FE6-3F1D-1818-F1A3116B45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5921695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8953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C8B81-9CA0-F084-16EE-2A325F858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References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60AC714C-3F68-F3D1-5DCB-17E3F724B7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0033036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911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73</TotalTime>
  <Words>380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Parallax</vt:lpstr>
      <vt:lpstr>Pager Rotation in DevOps</vt:lpstr>
      <vt:lpstr>What Pager Rotation Means in DevOps</vt:lpstr>
      <vt:lpstr>Why Pager Rotation Matters</vt:lpstr>
      <vt:lpstr>Core Responsibilities During On Call</vt:lpstr>
      <vt:lpstr>Industry Best Practices</vt:lpstr>
      <vt:lpstr>Healthy Rotation Design</vt:lpstr>
      <vt:lpstr>Tools That Support Pager Rotation</vt:lpstr>
      <vt:lpstr>Measuring Success</vt:lpstr>
      <vt:lpstr>Key Takeaways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Zachary Anderson</dc:creator>
  <cp:lastModifiedBy>Zachary Anderson</cp:lastModifiedBy>
  <cp:revision>9</cp:revision>
  <dcterms:created xsi:type="dcterms:W3CDTF">2026-02-21T15:16:19Z</dcterms:created>
  <dcterms:modified xsi:type="dcterms:W3CDTF">2026-02-21T16:30:17Z</dcterms:modified>
</cp:coreProperties>
</file>